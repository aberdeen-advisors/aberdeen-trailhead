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  <p:sldMasterId id="2147483688" r:id="rId5"/>
  </p:sldMasterIdLst>
  <p:notesMasterIdLst>
    <p:notesMasterId r:id="rId12"/>
  </p:notesMasterIdLst>
  <p:sldIdLst>
    <p:sldId id="395" r:id="rId6"/>
    <p:sldId id="390" r:id="rId7"/>
    <p:sldId id="403" r:id="rId8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" dt="2026-09-21T16:39:41.268"/>
    <p1510:client id="{022322DC-A032-67A1-D0E9-88ADB5AC0C28}" v="3" dt="2026-09-21T17:29:09.581"/>
    <p1510:client id="{14959DEA-C243-4139-A280-E5894963BA2A}" v="32" dt="2026-09-21T19:15:28.1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5" d="100"/>
          <a:sy n="125" d="100"/>
        </p:scale>
        <p:origin x="108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Martorano" userId="2c171171-8b52-48bb-bdea-6aeee3e8d96e" providerId="ADAL" clId="{953A66CF-A862-4417-A696-5C71B377E07C}"/>
    <pc:docChg chg="custSel modSld">
      <pc:chgData name="Paul Martorano" userId="2c171171-8b52-48bb-bdea-6aeee3e8d96e" providerId="ADAL" clId="{953A66CF-A862-4417-A696-5C71B377E07C}" dt="2026-09-21T19:17:08.360" v="3"/>
      <pc:docMkLst>
        <pc:docMk/>
      </pc:docMkLst>
      <pc:sldChg chg="delSp mod">
        <pc:chgData name="Paul Martorano" userId="2c171171-8b52-48bb-bdea-6aeee3e8d96e" providerId="ADAL" clId="{953A66CF-A862-4417-A696-5C71B377E07C}" dt="2026-09-21T19:17:08.332" v="0"/>
        <pc:sldMkLst>
          <pc:docMk/>
          <pc:sldMk cId="982217103" sldId="403"/>
        </pc:sldMkLst>
        <pc:spChg chg="del">
          <ac:chgData name="Paul Martorano" userId="2c171171-8b52-48bb-bdea-6aeee3e8d96e" providerId="ADAL" clId="{953A66CF-A862-4417-A696-5C71B377E07C}" dt="2026-09-21T19:17:08.332" v="0"/>
          <ac:spMkLst>
            <pc:docMk/>
            <pc:sldMk cId="982217103" sldId="403"/>
            <ac:spMk id="102" creationId="{00000000-0000-0000-0000-000000000000}"/>
          </ac:spMkLst>
        </pc:spChg>
      </pc:sldChg>
      <pc:sldChg chg="delSp mod">
        <pc:chgData name="Paul Martorano" userId="2c171171-8b52-48bb-bdea-6aeee3e8d96e" providerId="ADAL" clId="{953A66CF-A862-4417-A696-5C71B377E07C}" dt="2026-09-21T19:17:08.349" v="1"/>
        <pc:sldMkLst>
          <pc:docMk/>
          <pc:sldMk cId="220619760" sldId="404"/>
        </pc:sldMkLst>
        <pc:spChg chg="del">
          <ac:chgData name="Paul Martorano" userId="2c171171-8b52-48bb-bdea-6aeee3e8d96e" providerId="ADAL" clId="{953A66CF-A862-4417-A696-5C71B377E07C}" dt="2026-09-21T19:17:08.349" v="1"/>
          <ac:spMkLst>
            <pc:docMk/>
            <pc:sldMk cId="220619760" sldId="404"/>
            <ac:spMk id="102" creationId="{00000000-0000-0000-0000-000000000000}"/>
          </ac:spMkLst>
        </pc:spChg>
      </pc:sldChg>
      <pc:sldChg chg="delSp mod">
        <pc:chgData name="Paul Martorano" userId="2c171171-8b52-48bb-bdea-6aeee3e8d96e" providerId="ADAL" clId="{953A66CF-A862-4417-A696-5C71B377E07C}" dt="2026-09-21T19:17:08.353" v="2"/>
        <pc:sldMkLst>
          <pc:docMk/>
          <pc:sldMk cId="1512133155" sldId="405"/>
        </pc:sldMkLst>
        <pc:spChg chg="del">
          <ac:chgData name="Paul Martorano" userId="2c171171-8b52-48bb-bdea-6aeee3e8d96e" providerId="ADAL" clId="{953A66CF-A862-4417-A696-5C71B377E07C}" dt="2026-09-21T19:17:08.353" v="2"/>
          <ac:spMkLst>
            <pc:docMk/>
            <pc:sldMk cId="1512133155" sldId="405"/>
            <ac:spMk id="102" creationId="{00000000-0000-0000-0000-000000000000}"/>
          </ac:spMkLst>
        </pc:spChg>
      </pc:sldChg>
      <pc:sldChg chg="delSp mod">
        <pc:chgData name="Paul Martorano" userId="2c171171-8b52-48bb-bdea-6aeee3e8d96e" providerId="ADAL" clId="{953A66CF-A862-4417-A696-5C71B377E07C}" dt="2026-09-21T19:17:08.360" v="3"/>
        <pc:sldMkLst>
          <pc:docMk/>
          <pc:sldMk cId="1360362010" sldId="406"/>
        </pc:sldMkLst>
        <pc:spChg chg="del">
          <ac:chgData name="Paul Martorano" userId="2c171171-8b52-48bb-bdea-6aeee3e8d96e" providerId="ADAL" clId="{953A66CF-A862-4417-A696-5C71B377E07C}" dt="2026-09-21T19:17:08.360" v="3"/>
          <ac:spMkLst>
            <pc:docMk/>
            <pc:sldMk cId="1360362010" sldId="406"/>
            <ac:spMk id="102" creationId="{00000000-0000-0000-0000-000000000000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972"/>
          <c:y val="0.0326"/>
          <c:w val="0.7619"/>
          <c:h val="0.798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Progress</c:v>
                </c:pt>
              </c:strCache>
            </c:strRef>
          </c:tx>
          <c:spPr>
            <a:solidFill>
              <a:srgbClr val="08B4B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{{ch1_cat0}}</c:v>
                </c:pt>
                <c:pt idx="1">
                  <c:v>{{ch1_cat1}}</c:v>
                </c:pt>
                <c:pt idx="2">
                  <c:v>{{ch1_cat2}}</c:v>
                </c:pt>
                <c:pt idx="3">
                  <c:v>{{ch1_cat3}}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{{ch1_val0}}</c:v>
                </c:pt>
                <c:pt idx="1">
                  <c:v>{{ch1_val1}}</c:v>
                </c:pt>
                <c:pt idx="2">
                  <c:v>{{ch1_val2}}</c:v>
                </c:pt>
                <c:pt idx="3">
                  <c:v>{{ch1_val3}}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A5-4CC0-9B19-812AD38DB9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Workstreams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F63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017-4A35-BAD4-9B760FCBD317}"/>
              </c:ext>
            </c:extLst>
          </c:dPt>
          <c:dPt>
            <c:idx val="1"/>
            <c:bubble3D val="0"/>
            <c:spPr>
              <a:solidFill>
                <a:srgbClr val="00B6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17-4A35-BAD4-9B760FCBD317}"/>
              </c:ext>
            </c:extLst>
          </c:dPt>
          <c:dPt>
            <c:idx val="2"/>
            <c:bubble3D val="0"/>
            <c:spPr>
              <a:solidFill>
                <a:srgbClr val="F474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017-4A35-BAD4-9B760FCBD317}"/>
              </c:ext>
            </c:extLst>
          </c:dPt>
          <c:dPt>
            <c:idx val="3"/>
            <c:bubble3D val="0"/>
            <c:spPr>
              <a:solidFill>
                <a:srgbClr val="E82C2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017-4A35-BAD4-9B760FCBD317}"/>
              </c:ext>
            </c:extLst>
          </c:dPt>
          <c:cat>
            <c:strRef>
              <c:f>Sheet1!$A$2:$A$5</c:f>
              <c:strCache>
                <c:ptCount val="4"/>
                <c:pt idx="0">
                  <c:v>Completed</c:v>
                </c:pt>
                <c:pt idx="1">
                  <c:v>Active</c:v>
                </c:pt>
                <c:pt idx="2">
                  <c:v>Deferred</c:v>
                </c:pt>
                <c:pt idx="3">
                  <c:v>At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{{ch2_v0}}</c:v>
                </c:pt>
                <c:pt idx="1">
                  <c:v>{{ch2_v1}}</c:v>
                </c:pt>
                <c:pt idx="2">
                  <c:v>{{ch2_v2}}</c:v>
                </c:pt>
                <c:pt idx="3">
                  <c:v>{{ch2_v3}}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017-4A35-BAD4-9B760FCBD3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9E88C-EB2A-7B44-8D67-B1CB08ACAC48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/>
        </p:blipFill>
        <p:spPr>
          <a:xfrm>
            <a:off x="0" y="3048"/>
            <a:ext cx="1219199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00"/>
          <a:stretch/>
        </p:blipFill>
        <p:spPr>
          <a:xfrm>
            <a:off x="0" y="0"/>
            <a:ext cx="11887200" cy="6858000"/>
          </a:xfrm>
          <a:prstGeom prst="rect">
            <a:avLst/>
          </a:prstGeom>
        </p:spPr>
      </p:pic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B851F22-5131-3E45-850F-BC017E43C895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pic>
        <p:nvPicPr>
          <p:cNvPr id="7" name="Picture 6" descr="Text, logo&#10;&#10;Description automatically generated">
            <a:extLst>
              <a:ext uri="{FF2B5EF4-FFF2-40B4-BE49-F238E27FC236}">
                <a16:creationId xmlns:a16="http://schemas.microsoft.com/office/drawing/2014/main" id="{2E3EA428-530E-F691-1811-34F1F0C9A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50BE1E-D606-F740-86AB-AC4B5D890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537232C-5265-7091-62BA-89845FBB19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66FD5A-3942-16B4-139B-73A3DFC658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0216"/>
            <a:ext cx="2200847" cy="9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8569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0D30835-1BC9-E0CC-6E44-9F86240C4D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10800000" flipV="1">
            <a:off x="0" y="3048"/>
            <a:ext cx="12192000" cy="6851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38"/>
          <a:stretch/>
        </p:blipFill>
        <p:spPr>
          <a:xfrm>
            <a:off x="0" y="0"/>
            <a:ext cx="11870267" cy="6858000"/>
          </a:xfrm>
          <a:prstGeom prst="rect">
            <a:avLst/>
          </a:prstGeom>
        </p:spPr>
      </p:pic>
      <p:pic>
        <p:nvPicPr>
          <p:cNvPr id="8" name="Picture 7" descr="Text, logo&#10;&#10;Description automatically generated">
            <a:extLst>
              <a:ext uri="{FF2B5EF4-FFF2-40B4-BE49-F238E27FC236}">
                <a16:creationId xmlns:a16="http://schemas.microsoft.com/office/drawing/2014/main" id="{A7418F6D-48D7-0E78-FD4B-7B771560E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7F6D234-854B-68AC-8E62-943088F909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7094E73-6694-8ED0-0EBA-2590DC54C5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3D1E802-F5D5-DBE5-E1C0-1F87F3850A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ACECB-54C8-F8CC-5650-3BC8124171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1700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3716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9E88C-EB2A-7B44-8D67-B1CB08ACAC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049"/>
            <a:ext cx="12191996" cy="6851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61"/>
          <a:stretch/>
        </p:blipFill>
        <p:spPr>
          <a:xfrm>
            <a:off x="0" y="0"/>
            <a:ext cx="11904133" cy="6858000"/>
          </a:xfrm>
          <a:prstGeom prst="rect">
            <a:avLst/>
          </a:prstGeom>
        </p:spPr>
      </p:pic>
      <p:pic>
        <p:nvPicPr>
          <p:cNvPr id="8" name="Picture 7" descr="Text, logo&#10;&#10;Description automatically generated">
            <a:extLst>
              <a:ext uri="{FF2B5EF4-FFF2-40B4-BE49-F238E27FC236}">
                <a16:creationId xmlns:a16="http://schemas.microsoft.com/office/drawing/2014/main" id="{68925B98-D280-BA35-ECF7-C1224AF72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DCB4F5D1-5DFD-AA3B-BFEF-781606C424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7AECE16-E22D-C512-9C11-9F0470CD1C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8F999EB-1F5D-933F-704C-F768C21DBA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D33905-0FCB-771C-8CFD-42A777A998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0216"/>
            <a:ext cx="2200847" cy="9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0188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9E88C-EB2A-7B44-8D67-B1CB08ACAC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049"/>
            <a:ext cx="12191996" cy="6851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40"/>
          <a:stretch/>
        </p:blipFill>
        <p:spPr>
          <a:xfrm>
            <a:off x="0" y="0"/>
            <a:ext cx="11809206" cy="6858000"/>
          </a:xfrm>
          <a:prstGeom prst="rect">
            <a:avLst/>
          </a:prstGeom>
        </p:spPr>
      </p:pic>
      <p:pic>
        <p:nvPicPr>
          <p:cNvPr id="8" name="Picture 7" descr="Text, logo&#10;&#10;Description automatically generated">
            <a:extLst>
              <a:ext uri="{FF2B5EF4-FFF2-40B4-BE49-F238E27FC236}">
                <a16:creationId xmlns:a16="http://schemas.microsoft.com/office/drawing/2014/main" id="{B427C8FD-9DE2-5728-729E-63A63A895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C353827-980C-D654-8050-8C4F0208A9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54C8915-9BBE-CCB5-6A72-7E047DE41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EEC76FC-A426-64DD-0048-38F4CE544D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7A8CDE-FAD7-183E-48EA-99EC4D76EB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0216"/>
            <a:ext cx="2200847" cy="9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43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9E88C-EB2A-7B44-8D67-B1CB08ACAC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049"/>
            <a:ext cx="12191996" cy="6851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40"/>
          <a:stretch/>
        </p:blipFill>
        <p:spPr>
          <a:xfrm>
            <a:off x="0" y="0"/>
            <a:ext cx="11809206" cy="6858000"/>
          </a:xfrm>
          <a:prstGeom prst="rect">
            <a:avLst/>
          </a:prstGeom>
        </p:spPr>
      </p:pic>
      <p:pic>
        <p:nvPicPr>
          <p:cNvPr id="8" name="Picture 7" descr="Text, logo&#10;&#10;Description automatically generated">
            <a:extLst>
              <a:ext uri="{FF2B5EF4-FFF2-40B4-BE49-F238E27FC236}">
                <a16:creationId xmlns:a16="http://schemas.microsoft.com/office/drawing/2014/main" id="{1B89AA9E-32D3-F17E-738B-39192D8B2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B71B0C2-AA14-ADAD-BC21-1AF4AC8B70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rgbClr val="03244F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DD22A27-965C-108E-9A66-6F7AED3C16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rgbClr val="03244F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1476EA-84A3-EA87-B16A-1B8680BFF8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03244F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1CC779-D765-6449-E798-6EC1F7E5D2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1700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8772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A860460-68F5-B52A-914B-B8F637E382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049"/>
            <a:ext cx="12191996" cy="6851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pic>
        <p:nvPicPr>
          <p:cNvPr id="9" name="Picture 8" descr="Text, logo&#10;&#10;Description automatically generated">
            <a:extLst>
              <a:ext uri="{FF2B5EF4-FFF2-40B4-BE49-F238E27FC236}">
                <a16:creationId xmlns:a16="http://schemas.microsoft.com/office/drawing/2014/main" id="{677EB753-90A0-69CD-1355-F73BB3BC4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98C2E31-4B8A-4704-0B69-7F8E02660A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FA49CB9-7E6F-4AEC-0963-2CDD775263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CB46964-AA6B-3B0B-BBD3-1144EEE7DE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200B7C-7894-8ECB-B794-E99A02BB95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1700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1770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99CCB-2D20-B949-8720-EEAB670D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flipH="1">
            <a:off x="0" y="3048"/>
            <a:ext cx="12192000" cy="6851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428C4D-6E14-835A-DB71-A15861A58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2FDDC2-D1F7-4B90-BE51-0B7B768554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89955"/>
            <a:ext cx="2200847" cy="969066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C4F96D4F-5C1E-DD48-7AA5-E821142DA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</p:spTree>
    <p:extLst>
      <p:ext uri="{BB962C8B-B14F-4D97-AF65-F5344CB8AC3E}">
        <p14:creationId xmlns:p14="http://schemas.microsoft.com/office/powerpoint/2010/main" val="406813229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3B5DFA-EDAA-FB8B-70F5-8328F51144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3049"/>
            <a:ext cx="12191994" cy="6851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4B3936-CE0D-9AE8-B4D8-A6D1A7F229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B0BD578-16B4-6080-5157-500070C60F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6E0B89-615D-C129-B620-599A1A9472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89955"/>
            <a:ext cx="2200847" cy="9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297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99CCB-2D20-B949-8720-EEAB670D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10800000" flipH="1" flipV="1">
            <a:off x="0" y="3048"/>
            <a:ext cx="12192000" cy="68519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8A5D1E-82FD-E2A0-088C-7E9D755A63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D210F0D-9D3D-A4E7-E079-C461627843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E103AA-D969-6F4C-7D52-D2449D52E3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91438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0316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99CCB-2D20-B949-8720-EEAB670D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flipH="1">
            <a:off x="0" y="3048"/>
            <a:ext cx="12192000" cy="68519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DFE5CC-020F-C0B0-3614-87DBC5CA95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5F181C0-AC11-70EF-E41E-CA75C5B4D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D42789-982F-6130-578D-65805FBB57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89955"/>
            <a:ext cx="2200847" cy="9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26733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99CCB-2D20-B949-8720-EEAB670D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7CB2AA-F0EF-7D83-BDAB-838C7AB33C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480007C-C624-8F50-6C04-8BD16521B9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rgbClr val="0324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B17BD-823E-BF6D-5195-65E4AAAB15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91438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464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E40F25-0274-6FF1-D045-C58C803281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10800000">
            <a:off x="0" y="3048"/>
            <a:ext cx="12192000" cy="68519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FD7C1C-37C1-6865-2947-AE420FFC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2245A1D-CF3A-F7D5-F19F-7B84CDB725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F92AD5-BEC4-FB67-73CC-F8422933FF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91438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273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3CD067B7-2723-8AF0-3904-BB6738B9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025" y="690112"/>
            <a:ext cx="9419095" cy="1000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71A7388-1F8E-FDE9-C9A5-7D719AAB14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2188" y="1752600"/>
            <a:ext cx="10442085" cy="4597400"/>
          </a:xfrm>
        </p:spPr>
        <p:txBody>
          <a:bodyPr/>
          <a:lstStyle>
            <a:lvl1pPr marL="274320" indent="-27432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0363365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43A9F2F-7333-CBDC-E37F-06070268912D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992188" y="1746250"/>
            <a:ext cx="10515600" cy="4421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Chart goes here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9DCA70-FA15-D696-5940-3B8A34FD54A7}"/>
              </a:ext>
            </a:extLst>
          </p:cNvPr>
          <p:cNvSpPr/>
          <p:nvPr/>
        </p:nvSpPr>
        <p:spPr>
          <a:xfrm>
            <a:off x="1052944" y="635248"/>
            <a:ext cx="713232" cy="54864"/>
          </a:xfrm>
          <a:prstGeom prst="rect">
            <a:avLst/>
          </a:prstGeom>
          <a:solidFill>
            <a:srgbClr val="00B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8">
            <a:extLst>
              <a:ext uri="{FF2B5EF4-FFF2-40B4-BE49-F238E27FC236}">
                <a16:creationId xmlns:a16="http://schemas.microsoft.com/office/drawing/2014/main" id="{8CF84540-1BD0-26EB-7E62-931AE071D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025" y="690112"/>
            <a:ext cx="9419095" cy="1000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27943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ED6B02-1AB9-C7BA-FBB7-4BB69812F9E9}"/>
              </a:ext>
            </a:extLst>
          </p:cNvPr>
          <p:cNvSpPr/>
          <p:nvPr/>
        </p:nvSpPr>
        <p:spPr>
          <a:xfrm>
            <a:off x="1052944" y="635248"/>
            <a:ext cx="713232" cy="54864"/>
          </a:xfrm>
          <a:prstGeom prst="rect">
            <a:avLst/>
          </a:prstGeom>
          <a:solidFill>
            <a:srgbClr val="00B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Placeholder 8">
            <a:extLst>
              <a:ext uri="{FF2B5EF4-FFF2-40B4-BE49-F238E27FC236}">
                <a16:creationId xmlns:a16="http://schemas.microsoft.com/office/drawing/2014/main" id="{50D9B22D-29CB-81C6-FB1A-6A53035F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025" y="690112"/>
            <a:ext cx="9419095" cy="1000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CDCA3F1-E709-4A4C-5A13-35907A94F6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188" y="1746250"/>
            <a:ext cx="2930525" cy="4421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Photo Goes Here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49CD5C-682E-9816-A850-11A4A58DBC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4326" y="1746250"/>
            <a:ext cx="6987020" cy="4421188"/>
          </a:xfrm>
          <a:prstGeom prst="rect">
            <a:avLst/>
          </a:prstGeom>
        </p:spPr>
        <p:txBody>
          <a:bodyPr/>
          <a:lstStyle>
            <a:lvl1pPr marL="274320" indent="-27432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34498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B31D60A4-F78F-FB3E-21A6-3BB2B30D52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92026" y="1746250"/>
            <a:ext cx="6591532" cy="4421188"/>
          </a:xfrm>
          <a:prstGeom prst="rect">
            <a:avLst/>
          </a:prstGeom>
        </p:spPr>
        <p:txBody>
          <a:bodyPr/>
          <a:lstStyle>
            <a:lvl1pPr marL="274320" indent="-27432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223F8-432B-DA70-8049-0F19A7716C00}"/>
              </a:ext>
            </a:extLst>
          </p:cNvPr>
          <p:cNvSpPr/>
          <p:nvPr/>
        </p:nvSpPr>
        <p:spPr>
          <a:xfrm>
            <a:off x="1052944" y="635248"/>
            <a:ext cx="713232" cy="54864"/>
          </a:xfrm>
          <a:prstGeom prst="rect">
            <a:avLst/>
          </a:prstGeom>
          <a:solidFill>
            <a:srgbClr val="00B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8">
            <a:extLst>
              <a:ext uri="{FF2B5EF4-FFF2-40B4-BE49-F238E27FC236}">
                <a16:creationId xmlns:a16="http://schemas.microsoft.com/office/drawing/2014/main" id="{AEEED43D-A8F8-BE9B-C155-5665FE5DD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025" y="690112"/>
            <a:ext cx="9419095" cy="1000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54500CE9-C463-5C5E-DE46-86FD38E25F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07496" y="1746250"/>
            <a:ext cx="3231753" cy="4421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Photo Goes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1959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25523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5635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9E88C-EB2A-7B44-8D67-B1CB08ACAC48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/>
        </p:blipFill>
        <p:spPr>
          <a:xfrm>
            <a:off x="0" y="3048"/>
            <a:ext cx="1219199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00"/>
          <a:stretch/>
        </p:blipFill>
        <p:spPr>
          <a:xfrm>
            <a:off x="0" y="0"/>
            <a:ext cx="11887200" cy="6858000"/>
          </a:xfrm>
          <a:prstGeom prst="rect">
            <a:avLst/>
          </a:prstGeom>
        </p:spPr>
      </p:pic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B851F22-5131-3E45-850F-BC017E43C895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pic>
        <p:nvPicPr>
          <p:cNvPr id="7" name="Picture 6" descr="Text, logo&#10;&#10;Description automatically generated">
            <a:extLst>
              <a:ext uri="{FF2B5EF4-FFF2-40B4-BE49-F238E27FC236}">
                <a16:creationId xmlns:a16="http://schemas.microsoft.com/office/drawing/2014/main" id="{2E3EA428-530E-F691-1811-34F1F0C9A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A50BE1E-D606-F740-86AB-AC4B5D890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537232C-5265-7091-62BA-89845FBB19A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66FD5A-3942-16B4-139B-73A3DFC658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0216"/>
            <a:ext cx="2200847" cy="9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68569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0D30835-1BC9-E0CC-6E44-9F86240C4D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10800000" flipV="1">
            <a:off x="0" y="3048"/>
            <a:ext cx="12192000" cy="6851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638"/>
          <a:stretch/>
        </p:blipFill>
        <p:spPr>
          <a:xfrm>
            <a:off x="0" y="0"/>
            <a:ext cx="11870267" cy="6858000"/>
          </a:xfrm>
          <a:prstGeom prst="rect">
            <a:avLst/>
          </a:prstGeom>
        </p:spPr>
      </p:pic>
      <p:pic>
        <p:nvPicPr>
          <p:cNvPr id="8" name="Picture 7" descr="Text, logo&#10;&#10;Description automatically generated">
            <a:extLst>
              <a:ext uri="{FF2B5EF4-FFF2-40B4-BE49-F238E27FC236}">
                <a16:creationId xmlns:a16="http://schemas.microsoft.com/office/drawing/2014/main" id="{A7418F6D-48D7-0E78-FD4B-7B771560E6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7F6D234-854B-68AC-8E62-943088F909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7094E73-6694-8ED0-0EBA-2590DC54C5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3D1E802-F5D5-DBE5-E1C0-1F87F3850A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3ACECB-54C8-F8CC-5650-3BC8124171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1700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3716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9E88C-EB2A-7B44-8D67-B1CB08ACAC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049"/>
            <a:ext cx="12191996" cy="6851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61"/>
          <a:stretch/>
        </p:blipFill>
        <p:spPr>
          <a:xfrm>
            <a:off x="0" y="0"/>
            <a:ext cx="11904133" cy="6858000"/>
          </a:xfrm>
          <a:prstGeom prst="rect">
            <a:avLst/>
          </a:prstGeom>
        </p:spPr>
      </p:pic>
      <p:pic>
        <p:nvPicPr>
          <p:cNvPr id="8" name="Picture 7" descr="Text, logo&#10;&#10;Description automatically generated">
            <a:extLst>
              <a:ext uri="{FF2B5EF4-FFF2-40B4-BE49-F238E27FC236}">
                <a16:creationId xmlns:a16="http://schemas.microsoft.com/office/drawing/2014/main" id="{68925B98-D280-BA35-ECF7-C1224AF72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DCB4F5D1-5DFD-AA3B-BFEF-781606C424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7AECE16-E22D-C512-9C11-9F0470CD1CE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8F999EB-1F5D-933F-704C-F768C21DBAE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D33905-0FCB-771C-8CFD-42A777A998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0216"/>
            <a:ext cx="2200847" cy="9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0188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9E88C-EB2A-7B44-8D67-B1CB08ACAC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049"/>
            <a:ext cx="12191996" cy="6851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40"/>
          <a:stretch/>
        </p:blipFill>
        <p:spPr>
          <a:xfrm>
            <a:off x="0" y="0"/>
            <a:ext cx="11809206" cy="6858000"/>
          </a:xfrm>
          <a:prstGeom prst="rect">
            <a:avLst/>
          </a:prstGeom>
        </p:spPr>
      </p:pic>
      <p:pic>
        <p:nvPicPr>
          <p:cNvPr id="8" name="Picture 7" descr="Text, logo&#10;&#10;Description automatically generated">
            <a:extLst>
              <a:ext uri="{FF2B5EF4-FFF2-40B4-BE49-F238E27FC236}">
                <a16:creationId xmlns:a16="http://schemas.microsoft.com/office/drawing/2014/main" id="{B427C8FD-9DE2-5728-729E-63A63A895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C353827-980C-D654-8050-8C4F0208A9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54C8915-9BBE-CCB5-6A72-7E047DE41D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EEC76FC-A426-64DD-0048-38F4CE544D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7A8CDE-FAD7-183E-48EA-99EC4D76EB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0216"/>
            <a:ext cx="2200847" cy="9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4360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19E88C-EB2A-7B44-8D67-B1CB08ACAC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049"/>
            <a:ext cx="12191996" cy="6851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40"/>
          <a:stretch/>
        </p:blipFill>
        <p:spPr>
          <a:xfrm>
            <a:off x="0" y="0"/>
            <a:ext cx="11809206" cy="6858000"/>
          </a:xfrm>
          <a:prstGeom prst="rect">
            <a:avLst/>
          </a:prstGeom>
        </p:spPr>
      </p:pic>
      <p:pic>
        <p:nvPicPr>
          <p:cNvPr id="8" name="Picture 7" descr="Text, logo&#10;&#10;Description automatically generated">
            <a:extLst>
              <a:ext uri="{FF2B5EF4-FFF2-40B4-BE49-F238E27FC236}">
                <a16:creationId xmlns:a16="http://schemas.microsoft.com/office/drawing/2014/main" id="{1B89AA9E-32D3-F17E-738B-39192D8B2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B71B0C2-AA14-ADAD-BC21-1AF4AC8B70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rgbClr val="03244F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DD22A27-965C-108E-9A66-6F7AED3C16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rgbClr val="03244F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F1476EA-84A3-EA87-B16A-1B8680BFF8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rgbClr val="03244F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1CC779-D765-6449-E798-6EC1F7E5D2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1700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187723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A860460-68F5-B52A-914B-B8F637E382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049"/>
            <a:ext cx="12191996" cy="6851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7116DC-2A8E-844D-5471-7B15108841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996" cy="6858000"/>
          </a:xfrm>
          <a:prstGeom prst="rect">
            <a:avLst/>
          </a:prstGeom>
        </p:spPr>
      </p:pic>
      <p:pic>
        <p:nvPicPr>
          <p:cNvPr id="9" name="Picture 8" descr="Text, logo&#10;&#10;Description automatically generated">
            <a:extLst>
              <a:ext uri="{FF2B5EF4-FFF2-40B4-BE49-F238E27FC236}">
                <a16:creationId xmlns:a16="http://schemas.microsoft.com/office/drawing/2014/main" id="{677EB753-90A0-69CD-1355-F73BB3BC4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223" y="5535846"/>
            <a:ext cx="1602983" cy="1039558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798C2E31-4B8A-4704-0B69-7F8E02660A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104" y="1881374"/>
            <a:ext cx="7862383" cy="211325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86000" indent="0">
              <a:buFont typeface="Arial"/>
              <a:buNone/>
              <a:defRPr sz="3600" b="1">
                <a:solidFill>
                  <a:srgbClr val="15A7BC"/>
                </a:solidFill>
              </a:defRPr>
            </a:lvl6pPr>
            <a:lvl7pPr marL="2743200" indent="0">
              <a:buNone/>
              <a:defRPr/>
            </a:lvl7pPr>
          </a:lstStyle>
          <a:p>
            <a:pPr lvl="0"/>
            <a:r>
              <a:rPr lang="en-US"/>
              <a:t>Name of Presentation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FA49CB9-7E6F-4AEC-0963-2CDD775263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0104" y="4468786"/>
            <a:ext cx="4027122" cy="254096"/>
          </a:xfrm>
          <a:prstGeom prst="rect">
            <a:avLst/>
          </a:prstGeom>
        </p:spPr>
        <p:txBody>
          <a:bodyPr tIns="0">
            <a:noAutofit/>
          </a:bodyPr>
          <a:lstStyle>
            <a:lvl1pPr marL="0" indent="0">
              <a:buNone/>
              <a:defRPr sz="16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August 31, 2022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CB46964-AA6B-3B0B-BBD3-1144EEE7DE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0104" y="3994624"/>
            <a:ext cx="4027122" cy="2951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800" b="1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200B7C-7894-8ECB-B794-E99A02BB95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0104" y="341700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317702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99CCB-2D20-B949-8720-EEAB670D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flipH="1">
            <a:off x="0" y="3048"/>
            <a:ext cx="12192000" cy="68519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428C4D-6E14-835A-DB71-A15861A582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42FDDC2-D1F7-4B90-BE51-0B7B768554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89955"/>
            <a:ext cx="2200847" cy="969066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C4F96D4F-5C1E-DD48-7AA5-E821142DAA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</p:spTree>
    <p:extLst>
      <p:ext uri="{BB962C8B-B14F-4D97-AF65-F5344CB8AC3E}">
        <p14:creationId xmlns:p14="http://schemas.microsoft.com/office/powerpoint/2010/main" val="406813229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23B5DFA-EDAA-FB8B-70F5-8328F51144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" y="3049"/>
            <a:ext cx="12191994" cy="6851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4B3936-CE0D-9AE8-B4D8-A6D1A7F229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B0BD578-16B4-6080-5157-500070C60F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6E0B89-615D-C129-B620-599A1A9472D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89955"/>
            <a:ext cx="2200847" cy="9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29701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99CCB-2D20-B949-8720-EEAB670D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10800000" flipH="1" flipV="1">
            <a:off x="0" y="3048"/>
            <a:ext cx="12192000" cy="68519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8A5D1E-82FD-E2A0-088C-7E9D755A63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DD210F0D-9D3D-A4E7-E079-C461627843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E103AA-D969-6F4C-7D52-D2449D52E3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91438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203167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99CCB-2D20-B949-8720-EEAB670D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flipH="1">
            <a:off x="0" y="3048"/>
            <a:ext cx="12192000" cy="68519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DFE5CC-020F-C0B0-3614-87DBC5CA95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5F181C0-AC11-70EF-E41E-CA75C5B4D6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D42789-982F-6130-578D-65805FBB57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89955"/>
            <a:ext cx="2200847" cy="96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267337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599CCB-2D20-B949-8720-EEAB670D95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7CB2AA-F0EF-7D83-BDAB-838C7AB33C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5480007C-C624-8F50-6C04-8BD16521B9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rgbClr val="03244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3B17BD-823E-BF6D-5195-65E4AAAB15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91438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746451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2E40F25-0274-6FF1-D045-C58C803281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10800000">
            <a:off x="0" y="3048"/>
            <a:ext cx="12192000" cy="68519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FD7C1C-37C1-6865-2947-AE420FFC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2245A1D-CF3A-F7D5-F19F-7B84CDB725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4111" y="2479367"/>
            <a:ext cx="5558791" cy="72006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  <a:lvl6pPr marL="2247527" indent="0">
              <a:buFont typeface="Arial"/>
              <a:buNone/>
              <a:defRPr sz="1941" b="1">
                <a:solidFill>
                  <a:srgbClr val="15A7BC"/>
                </a:solidFill>
              </a:defRPr>
            </a:lvl6pPr>
            <a:lvl7pPr marL="2697032" indent="0">
              <a:buNone/>
              <a:defRPr/>
            </a:lvl7pPr>
          </a:lstStyle>
          <a:p>
            <a:pPr lvl="0"/>
            <a:r>
              <a:rPr lang="en-US"/>
              <a:t>Divider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F92AD5-BEC4-FB67-73CC-F8422933FF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66358" y="191438"/>
            <a:ext cx="2200847" cy="96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427303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3CD067B7-2723-8AF0-3904-BB6738B9A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025" y="690112"/>
            <a:ext cx="9419095" cy="1000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71A7388-1F8E-FDE9-C9A5-7D719AAB14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2188" y="1752600"/>
            <a:ext cx="10442085" cy="4597400"/>
          </a:xfrm>
        </p:spPr>
        <p:txBody>
          <a:bodyPr/>
          <a:lstStyle>
            <a:lvl1pPr marL="274320" indent="-27432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03633650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043A9F2F-7333-CBDC-E37F-06070268912D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992188" y="1746250"/>
            <a:ext cx="10515600" cy="4421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Chart goes here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9DCA70-FA15-D696-5940-3B8A34FD54A7}"/>
              </a:ext>
            </a:extLst>
          </p:cNvPr>
          <p:cNvSpPr/>
          <p:nvPr/>
        </p:nvSpPr>
        <p:spPr>
          <a:xfrm>
            <a:off x="1052944" y="635248"/>
            <a:ext cx="713232" cy="54864"/>
          </a:xfrm>
          <a:prstGeom prst="rect">
            <a:avLst/>
          </a:prstGeom>
          <a:solidFill>
            <a:srgbClr val="00B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8">
            <a:extLst>
              <a:ext uri="{FF2B5EF4-FFF2-40B4-BE49-F238E27FC236}">
                <a16:creationId xmlns:a16="http://schemas.microsoft.com/office/drawing/2014/main" id="{8CF84540-1BD0-26EB-7E62-931AE071D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025" y="690112"/>
            <a:ext cx="9419095" cy="1000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0279431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ED6B02-1AB9-C7BA-FBB7-4BB69812F9E9}"/>
              </a:ext>
            </a:extLst>
          </p:cNvPr>
          <p:cNvSpPr/>
          <p:nvPr/>
        </p:nvSpPr>
        <p:spPr>
          <a:xfrm>
            <a:off x="1052944" y="635248"/>
            <a:ext cx="713232" cy="54864"/>
          </a:xfrm>
          <a:prstGeom prst="rect">
            <a:avLst/>
          </a:prstGeom>
          <a:solidFill>
            <a:srgbClr val="00B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Placeholder 8">
            <a:extLst>
              <a:ext uri="{FF2B5EF4-FFF2-40B4-BE49-F238E27FC236}">
                <a16:creationId xmlns:a16="http://schemas.microsoft.com/office/drawing/2014/main" id="{50D9B22D-29CB-81C6-FB1A-6A53035F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025" y="690112"/>
            <a:ext cx="9419095" cy="1000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CDCA3F1-E709-4A4C-5A13-35907A94F67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188" y="1746250"/>
            <a:ext cx="2930525" cy="4421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Photo Goes Here</a:t>
            </a:r>
            <a:endParaRPr lang="en-GB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F49CD5C-682E-9816-A850-11A4A58DBC9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4326" y="1746250"/>
            <a:ext cx="6987020" cy="4421188"/>
          </a:xfrm>
          <a:prstGeom prst="rect">
            <a:avLst/>
          </a:prstGeom>
        </p:spPr>
        <p:txBody>
          <a:bodyPr/>
          <a:lstStyle>
            <a:lvl1pPr marL="274320" indent="-27432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3449871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9">
            <a:extLst>
              <a:ext uri="{FF2B5EF4-FFF2-40B4-BE49-F238E27FC236}">
                <a16:creationId xmlns:a16="http://schemas.microsoft.com/office/drawing/2014/main" id="{B31D60A4-F78F-FB3E-21A6-3BB2B30D520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92026" y="1746250"/>
            <a:ext cx="6591532" cy="4421188"/>
          </a:xfrm>
          <a:prstGeom prst="rect">
            <a:avLst/>
          </a:prstGeom>
        </p:spPr>
        <p:txBody>
          <a:bodyPr/>
          <a:lstStyle>
            <a:lvl1pPr marL="274320" indent="-274320">
              <a:buFont typeface="Wingdings" panose="05000000000000000000" pitchFamily="2" charset="2"/>
              <a:buChar char="§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223F8-432B-DA70-8049-0F19A7716C00}"/>
              </a:ext>
            </a:extLst>
          </p:cNvPr>
          <p:cNvSpPr/>
          <p:nvPr/>
        </p:nvSpPr>
        <p:spPr>
          <a:xfrm>
            <a:off x="1052944" y="635248"/>
            <a:ext cx="713232" cy="54864"/>
          </a:xfrm>
          <a:prstGeom prst="rect">
            <a:avLst/>
          </a:prstGeom>
          <a:solidFill>
            <a:srgbClr val="00B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8">
            <a:extLst>
              <a:ext uri="{FF2B5EF4-FFF2-40B4-BE49-F238E27FC236}">
                <a16:creationId xmlns:a16="http://schemas.microsoft.com/office/drawing/2014/main" id="{AEEED43D-A8F8-BE9B-C155-5665FE5DD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025" y="690112"/>
            <a:ext cx="9419095" cy="1000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54500CE9-C463-5C5E-DE46-86FD38E25F2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907496" y="1746250"/>
            <a:ext cx="3231753" cy="44211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Photo Goes Here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1195974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255233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56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19251790-A372-6D1F-3FE4-7DADC813F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025" y="690112"/>
            <a:ext cx="9419095" cy="10005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Headline Goes Here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82D68F-D8EE-70A6-BD01-9DDF8B9929C6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86848" t="83333"/>
          <a:stretch/>
        </p:blipFill>
        <p:spPr>
          <a:xfrm>
            <a:off x="11435676" y="6139180"/>
            <a:ext cx="756324" cy="71882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2C55CD9-E88E-2ABE-C97D-B93D738C727E}"/>
              </a:ext>
            </a:extLst>
          </p:cNvPr>
          <p:cNvSpPr/>
          <p:nvPr/>
        </p:nvSpPr>
        <p:spPr>
          <a:xfrm>
            <a:off x="1052944" y="635248"/>
            <a:ext cx="713232" cy="54864"/>
          </a:xfrm>
          <a:prstGeom prst="rect">
            <a:avLst/>
          </a:prstGeom>
          <a:solidFill>
            <a:srgbClr val="00B8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0CDE556-64A4-8A11-7D1B-E5AA5F950C7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72039" y="206314"/>
            <a:ext cx="1547581" cy="6901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C0BDF4-AF1C-C43D-7E36-344C9F32D58D}"/>
              </a:ext>
            </a:extLst>
          </p:cNvPr>
          <p:cNvSpPr txBox="1"/>
          <p:nvPr/>
        </p:nvSpPr>
        <p:spPr>
          <a:xfrm>
            <a:off x="10444404" y="6439147"/>
            <a:ext cx="1249358" cy="295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spc="0">
                <a:solidFill>
                  <a:schemeClr val="tx2"/>
                </a:solidFill>
              </a:rPr>
              <a:t>pkfod.com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9C767C-11F6-C046-53C1-9903E4DA7E00}"/>
              </a:ext>
            </a:extLst>
          </p:cNvPr>
          <p:cNvSpPr txBox="1"/>
          <p:nvPr/>
        </p:nvSpPr>
        <p:spPr>
          <a:xfrm>
            <a:off x="11596401" y="6439147"/>
            <a:ext cx="400877" cy="365125"/>
          </a:xfrm>
          <a:prstGeom prst="rect">
            <a:avLst/>
          </a:prstGeom>
        </p:spPr>
        <p:txBody>
          <a:bodyPr vert="horz" wrap="square" lIns="0" tIns="9144" rIns="0" bIns="9144" rtlCol="0">
            <a:normAutofit/>
          </a:bodyPr>
          <a:lstStyle/>
          <a:p>
            <a:pPr algn="r"/>
            <a:fld id="{D2BDD774-51AD-41A5-BF72-F30B6FAEB683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B7B3F86-17F6-25E7-74F9-BE2715C1B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2025" y="1745551"/>
            <a:ext cx="10515600" cy="448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526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sldNum="0" hdr="0" ftr="0" dt="0"/>
  <p:txStyles>
    <p:titleStyle>
      <a:lvl1pPr algn="l" defTabSz="449505" rtl="0" eaLnBrk="1" latinLnBrk="0" hangingPunct="1">
        <a:spcBef>
          <a:spcPts val="768"/>
        </a:spcBef>
        <a:buNone/>
        <a:defRPr sz="3200" b="1" kern="1200">
          <a:solidFill>
            <a:srgbClr val="184CA0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449505" rtl="0" eaLnBrk="1" latinLnBrk="0" hangingPunct="1">
        <a:spcBef>
          <a:spcPct val="20000"/>
        </a:spcBef>
        <a:buClr>
          <a:srgbClr val="15A7BC"/>
        </a:buClr>
        <a:buSzPct val="100000"/>
        <a:buFont typeface="Arial" panose="020B0604020202020204" pitchFamily="34" charset="0"/>
        <a:buChar char="▪"/>
        <a:defRPr sz="2400" kern="1200">
          <a:solidFill>
            <a:srgbClr val="03244F"/>
          </a:solidFill>
          <a:latin typeface="+mn-lt"/>
          <a:ea typeface="+mn-ea"/>
          <a:cs typeface="+mn-cs"/>
        </a:defRPr>
      </a:lvl1pPr>
      <a:lvl2pPr marL="548640" indent="-274320" algn="l" defTabSz="449505" rtl="0" eaLnBrk="1" latinLnBrk="0" hangingPunct="1">
        <a:spcBef>
          <a:spcPct val="20000"/>
        </a:spcBef>
        <a:buClr>
          <a:srgbClr val="15A7BC"/>
        </a:buClr>
        <a:buSzPct val="100000"/>
        <a:buFont typeface="Arial" panose="020B0604020202020204" pitchFamily="34" charset="0"/>
        <a:buChar char="‒"/>
        <a:defRPr sz="2400" kern="1200">
          <a:solidFill>
            <a:srgbClr val="03244F"/>
          </a:solidFill>
          <a:latin typeface="+mn-lt"/>
          <a:ea typeface="+mn-ea"/>
          <a:cs typeface="+mn-cs"/>
        </a:defRPr>
      </a:lvl2pPr>
      <a:lvl3pPr marL="822960" indent="-274320" algn="l" defTabSz="449505" rtl="0" eaLnBrk="1" latinLnBrk="0" hangingPunct="1">
        <a:spcBef>
          <a:spcPct val="20000"/>
        </a:spcBef>
        <a:buClr>
          <a:srgbClr val="15A7BC"/>
        </a:buClr>
        <a:buSzPct val="90000"/>
        <a:buFont typeface="Courier New" panose="02070309020205020404" pitchFamily="49" charset="0"/>
        <a:buChar char="o"/>
        <a:defRPr sz="2400" kern="1200">
          <a:solidFill>
            <a:srgbClr val="03244F"/>
          </a:solidFill>
          <a:latin typeface="+mn-lt"/>
          <a:ea typeface="+mn-ea"/>
          <a:cs typeface="+mn-cs"/>
        </a:defRPr>
      </a:lvl3pPr>
      <a:lvl4pPr marL="1188720" indent="-274320" algn="l" defTabSz="449505" rtl="0" eaLnBrk="1" latinLnBrk="0" hangingPunct="1">
        <a:spcBef>
          <a:spcPct val="20000"/>
        </a:spcBef>
        <a:buClr>
          <a:srgbClr val="15A7BC"/>
        </a:buClr>
        <a:buSzPct val="80000"/>
        <a:buFont typeface="Arial" panose="020B0604020202020204" pitchFamily="34" charset="0"/>
        <a:buChar char="□"/>
        <a:defRPr sz="2400" kern="1200">
          <a:solidFill>
            <a:srgbClr val="03244F"/>
          </a:solidFill>
          <a:latin typeface="+mn-lt"/>
          <a:ea typeface="+mn-ea"/>
          <a:cs typeface="+mn-cs"/>
        </a:defRPr>
      </a:lvl4pPr>
      <a:lvl5pPr marL="1463040" indent="-274320" algn="l" defTabSz="449505" rtl="0" eaLnBrk="1" latinLnBrk="0" hangingPunct="1">
        <a:spcBef>
          <a:spcPct val="20000"/>
        </a:spcBef>
        <a:buClr>
          <a:srgbClr val="15A7BC"/>
        </a:buClr>
        <a:buSzPct val="80000"/>
        <a:buFont typeface="Arial" panose="020B0604020202020204" pitchFamily="34" charset="0"/>
        <a:buChar char="□"/>
        <a:defRPr sz="2400" kern="1200">
          <a:solidFill>
            <a:srgbClr val="03244F"/>
          </a:solidFill>
          <a:latin typeface="+mn-lt"/>
          <a:ea typeface="+mn-ea"/>
          <a:cs typeface="+mn-cs"/>
        </a:defRPr>
      </a:lvl5pPr>
      <a:lvl6pPr marL="2472279" indent="-224753" algn="l" defTabSz="449505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6pPr>
      <a:lvl7pPr marL="2921785" indent="-224753" algn="l" defTabSz="449505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7pPr>
      <a:lvl8pPr marL="3371290" indent="-224753" algn="l" defTabSz="449505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8pPr>
      <a:lvl9pPr marL="3820796" indent="-224753" algn="l" defTabSz="449505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9505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9010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8516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8021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7527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97032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46538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96043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82D68F-D8EE-70A6-BD01-9DDF8B9929C6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86848" t="83333"/>
          <a:stretch/>
        </p:blipFill>
        <p:spPr>
          <a:xfrm>
            <a:off x="11435676" y="6139180"/>
            <a:ext cx="756324" cy="718820"/>
          </a:xfrm>
          <a:prstGeom prst="rect">
            <a:avLst/>
          </a:prstGeom>
        </p:spPr>
      </p:pic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0CDE556-64A4-8A11-7D1B-E5AA5F950C7B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72039" y="206314"/>
            <a:ext cx="1547581" cy="69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hf sldNum="0" hdr="0" ftr="0" dt="0"/>
  <p:txStyles>
    <p:titleStyle>
      <a:lvl1pPr algn="l" defTabSz="449505" rtl="0" eaLnBrk="1" latinLnBrk="0" hangingPunct="1">
        <a:spcBef>
          <a:spcPts val="768"/>
        </a:spcBef>
        <a:buNone/>
        <a:defRPr sz="3200" b="1" kern="1200">
          <a:solidFill>
            <a:srgbClr val="184CA0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449505" rtl="0" eaLnBrk="1" latinLnBrk="0" hangingPunct="1">
        <a:spcBef>
          <a:spcPct val="20000"/>
        </a:spcBef>
        <a:buClr>
          <a:srgbClr val="15A7BC"/>
        </a:buClr>
        <a:buSzPct val="100000"/>
        <a:buFont typeface="Arial" panose="020B0604020202020204" pitchFamily="34" charset="0"/>
        <a:buChar char="▪"/>
        <a:defRPr sz="2400" kern="1200">
          <a:solidFill>
            <a:srgbClr val="03244F"/>
          </a:solidFill>
          <a:latin typeface="+mn-lt"/>
          <a:ea typeface="+mn-ea"/>
          <a:cs typeface="+mn-cs"/>
        </a:defRPr>
      </a:lvl1pPr>
      <a:lvl2pPr marL="548640" indent="-274320" algn="l" defTabSz="449505" rtl="0" eaLnBrk="1" latinLnBrk="0" hangingPunct="1">
        <a:spcBef>
          <a:spcPct val="20000"/>
        </a:spcBef>
        <a:buClr>
          <a:srgbClr val="15A7BC"/>
        </a:buClr>
        <a:buSzPct val="100000"/>
        <a:buFont typeface="Arial" panose="020B0604020202020204" pitchFamily="34" charset="0"/>
        <a:buChar char="‒"/>
        <a:defRPr sz="2400" kern="1200">
          <a:solidFill>
            <a:srgbClr val="03244F"/>
          </a:solidFill>
          <a:latin typeface="+mn-lt"/>
          <a:ea typeface="+mn-ea"/>
          <a:cs typeface="+mn-cs"/>
        </a:defRPr>
      </a:lvl2pPr>
      <a:lvl3pPr marL="822960" indent="-274320" algn="l" defTabSz="449505" rtl="0" eaLnBrk="1" latinLnBrk="0" hangingPunct="1">
        <a:spcBef>
          <a:spcPct val="20000"/>
        </a:spcBef>
        <a:buClr>
          <a:srgbClr val="15A7BC"/>
        </a:buClr>
        <a:buSzPct val="90000"/>
        <a:buFont typeface="Courier New" panose="02070309020205020404" pitchFamily="49" charset="0"/>
        <a:buChar char="o"/>
        <a:defRPr sz="2400" kern="1200">
          <a:solidFill>
            <a:srgbClr val="03244F"/>
          </a:solidFill>
          <a:latin typeface="+mn-lt"/>
          <a:ea typeface="+mn-ea"/>
          <a:cs typeface="+mn-cs"/>
        </a:defRPr>
      </a:lvl3pPr>
      <a:lvl4pPr marL="1188720" indent="-274320" algn="l" defTabSz="449505" rtl="0" eaLnBrk="1" latinLnBrk="0" hangingPunct="1">
        <a:spcBef>
          <a:spcPct val="20000"/>
        </a:spcBef>
        <a:buClr>
          <a:srgbClr val="15A7BC"/>
        </a:buClr>
        <a:buSzPct val="80000"/>
        <a:buFont typeface="Arial" panose="020B0604020202020204" pitchFamily="34" charset="0"/>
        <a:buChar char="□"/>
        <a:defRPr sz="2400" kern="1200">
          <a:solidFill>
            <a:srgbClr val="03244F"/>
          </a:solidFill>
          <a:latin typeface="+mn-lt"/>
          <a:ea typeface="+mn-ea"/>
          <a:cs typeface="+mn-cs"/>
        </a:defRPr>
      </a:lvl4pPr>
      <a:lvl5pPr marL="1463040" indent="-274320" algn="l" defTabSz="449505" rtl="0" eaLnBrk="1" latinLnBrk="0" hangingPunct="1">
        <a:spcBef>
          <a:spcPct val="20000"/>
        </a:spcBef>
        <a:buClr>
          <a:srgbClr val="15A7BC"/>
        </a:buClr>
        <a:buSzPct val="80000"/>
        <a:buFont typeface="Arial" panose="020B0604020202020204" pitchFamily="34" charset="0"/>
        <a:buChar char="□"/>
        <a:defRPr sz="2400" kern="1200">
          <a:solidFill>
            <a:srgbClr val="03244F"/>
          </a:solidFill>
          <a:latin typeface="+mn-lt"/>
          <a:ea typeface="+mn-ea"/>
          <a:cs typeface="+mn-cs"/>
        </a:defRPr>
      </a:lvl5pPr>
      <a:lvl6pPr marL="2472279" indent="-224753" algn="l" defTabSz="449505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6pPr>
      <a:lvl7pPr marL="2921785" indent="-224753" algn="l" defTabSz="449505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7pPr>
      <a:lvl8pPr marL="3371290" indent="-224753" algn="l" defTabSz="449505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8pPr>
      <a:lvl9pPr marL="3820796" indent="-224753" algn="l" defTabSz="449505" rtl="0" eaLnBrk="1" latinLnBrk="0" hangingPunct="1">
        <a:spcBef>
          <a:spcPct val="20000"/>
        </a:spcBef>
        <a:buFont typeface="Arial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9505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9010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8516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8021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7527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97032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46538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96043" algn="l" defTabSz="449505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81D834-32E7-1861-326F-8BE94BE624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/>
              <a:t>{{cover_title}}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34960-672B-BFF7-A55C-8D4952629E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{{cover_date}}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A55BFC-8714-A9DF-1676-345AFEE332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{{cover_sub}}</a:t>
            </a:r>
          </a:p>
        </p:txBody>
      </p:sp>
    </p:spTree>
    <p:extLst>
      <p:ext uri="{BB962C8B-B14F-4D97-AF65-F5344CB8AC3E}">
        <p14:creationId xmlns:p14="http://schemas.microsoft.com/office/powerpoint/2010/main" val="404844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189" y="381000"/>
            <a:ext cx="952476" cy="95250"/>
          </a:xfrm>
          <a:prstGeom prst="rect">
            <a:avLst/>
          </a:prstGeom>
          <a:solidFill>
            <a:srgbClr val="08B4B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189" y="647700"/>
            <a:ext cx="984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{{s2_headline}}</a:t>
            </a:r>
            <a:endParaRPr lang="en-US" sz="2550"/>
          </a:p>
        </p:txBody>
      </p:sp>
      <p:sp>
        <p:nvSpPr>
          <p:cNvPr id="5" name="Text 3"/>
          <p:cNvSpPr/>
          <p:nvPr/>
        </p:nvSpPr>
        <p:spPr>
          <a:xfrm>
            <a:off x="457189" y="1181100"/>
            <a:ext cx="7747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{{s2_dateline}}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189" y="1571625"/>
            <a:ext cx="2690745" cy="838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9110" y="1714500"/>
            <a:ext cx="2366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{{t1_label}}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19110" y="1895475"/>
            <a:ext cx="236690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{{t1_value}}</a:t>
            </a:r>
            <a:endParaRPr lang="en-US" sz="2250"/>
          </a:p>
        </p:txBody>
      </p:sp>
      <p:sp>
        <p:nvSpPr>
          <p:cNvPr id="9" name="Text 7"/>
          <p:cNvSpPr/>
          <p:nvPr/>
        </p:nvSpPr>
        <p:spPr>
          <a:xfrm>
            <a:off x="619110" y="2247900"/>
            <a:ext cx="2366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{{t1_sub}}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3319380" y="1571625"/>
            <a:ext cx="2690745" cy="838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81300" y="1714500"/>
            <a:ext cx="2366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{{t2_label}}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3481300" y="1895475"/>
            <a:ext cx="236690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{{t2_value}}</a:t>
            </a:r>
            <a:endParaRPr lang="en-US" sz="2250"/>
          </a:p>
        </p:txBody>
      </p:sp>
      <p:sp>
        <p:nvSpPr>
          <p:cNvPr id="13" name="Text 11"/>
          <p:cNvSpPr/>
          <p:nvPr/>
        </p:nvSpPr>
        <p:spPr>
          <a:xfrm>
            <a:off x="3481300" y="2247900"/>
            <a:ext cx="2366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{{t2_sub}}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6181570" y="1571625"/>
            <a:ext cx="2690745" cy="838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43491" y="1714500"/>
            <a:ext cx="2366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{{t3_label}}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6343491" y="1895475"/>
            <a:ext cx="236690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{{t3_value}}</a:t>
            </a:r>
            <a:endParaRPr lang="en-US" sz="2250"/>
          </a:p>
        </p:txBody>
      </p:sp>
      <p:sp>
        <p:nvSpPr>
          <p:cNvPr id="17" name="Text 15"/>
          <p:cNvSpPr/>
          <p:nvPr/>
        </p:nvSpPr>
        <p:spPr>
          <a:xfrm>
            <a:off x="6343491" y="2247900"/>
            <a:ext cx="2366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{{t3_sub}}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9043761" y="1571625"/>
            <a:ext cx="2690745" cy="83820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05682" y="1714500"/>
            <a:ext cx="2366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6E77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{{t4_label}}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9205682" y="1895475"/>
            <a:ext cx="236690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50" b="1">
                <a:solidFill>
                  <a:srgbClr val="F47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{{t4_value}}</a:t>
            </a:r>
            <a:endParaRPr lang="en-US" sz="2250"/>
          </a:p>
        </p:txBody>
      </p:sp>
      <p:sp>
        <p:nvSpPr>
          <p:cNvPr id="21" name="Text 19"/>
          <p:cNvSpPr/>
          <p:nvPr/>
        </p:nvSpPr>
        <p:spPr>
          <a:xfrm>
            <a:off x="9205682" y="2247900"/>
            <a:ext cx="23669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{{t4_sub}}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457189" y="2847975"/>
            <a:ext cx="7000700" cy="0"/>
          </a:xfrm>
          <a:prstGeom prst="line">
            <a:avLst/>
          </a:prstGeom>
          <a:solidFill>
            <a:srgbClr val="FFFFFF">
              <a:alpha val="0"/>
            </a:srgbClr>
          </a:solidFill>
          <a:ln w="323850">
            <a:solidFill>
              <a:srgbClr val="5F6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0535" y="2752725"/>
            <a:ext cx="10248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{{s2_chart_title}}</a:t>
            </a:r>
            <a:endParaRPr lang="en-US" sz="1200"/>
          </a:p>
        </p:txBody>
      </p:sp>
      <p:graphicFrame>
        <p:nvGraphicFramePr>
          <p:cNvPr id="24" name="Chart 0"/>
          <p:cNvGraphicFramePr/>
          <p:nvPr/>
        </p:nvGraphicFramePr>
        <p:xfrm>
          <a:off x="590535" y="3143250"/>
          <a:ext cx="6667333" cy="2524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7715057" y="2686050"/>
            <a:ext cx="4019450" cy="323850"/>
          </a:xfrm>
          <a:prstGeom prst="rect">
            <a:avLst/>
          </a:prstGeom>
          <a:solidFill>
            <a:srgbClr val="00B6C2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7715057" y="3009900"/>
            <a:ext cx="4019450" cy="742950"/>
          </a:xfrm>
          <a:prstGeom prst="rect">
            <a:avLst/>
          </a:prstGeom>
          <a:solidFill>
            <a:srgbClr val="E5F8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11729744" y="3009900"/>
            <a:ext cx="0" cy="7429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7715057" y="3748087"/>
            <a:ext cx="401945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7719819" y="3009900"/>
            <a:ext cx="0" cy="7429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857929" y="3124200"/>
            <a:ext cx="37337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{{p1_title}}</a:t>
            </a:r>
            <a:endParaRPr lang="en-US" sz="1150"/>
          </a:p>
        </p:txBody>
      </p:sp>
      <p:sp>
        <p:nvSpPr>
          <p:cNvPr id="31" name="Text 28"/>
          <p:cNvSpPr/>
          <p:nvPr/>
        </p:nvSpPr>
        <p:spPr>
          <a:xfrm>
            <a:off x="7857929" y="3295650"/>
            <a:ext cx="3733707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{{p1_text}}</a:t>
            </a:r>
            <a:endParaRPr lang="en-US" sz="1000"/>
          </a:p>
        </p:txBody>
      </p:sp>
      <p:sp>
        <p:nvSpPr>
          <p:cNvPr id="32" name="Shape 29"/>
          <p:cNvSpPr/>
          <p:nvPr/>
        </p:nvSpPr>
        <p:spPr>
          <a:xfrm>
            <a:off x="11729744" y="3752850"/>
            <a:ext cx="0" cy="7429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715057" y="4491038"/>
            <a:ext cx="401945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719819" y="3752850"/>
            <a:ext cx="0" cy="7429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857929" y="3867150"/>
            <a:ext cx="37337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{{p2_title}}</a:t>
            </a:r>
            <a:endParaRPr lang="en-US" sz="1150"/>
          </a:p>
        </p:txBody>
      </p:sp>
      <p:sp>
        <p:nvSpPr>
          <p:cNvPr id="36" name="Text 33"/>
          <p:cNvSpPr/>
          <p:nvPr/>
        </p:nvSpPr>
        <p:spPr>
          <a:xfrm>
            <a:off x="7857929" y="4038600"/>
            <a:ext cx="3733707" cy="15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{{p2_text}}</a:t>
            </a:r>
            <a:endParaRPr lang="en-US" sz="1000"/>
          </a:p>
        </p:txBody>
      </p:sp>
      <p:sp>
        <p:nvSpPr>
          <p:cNvPr id="37" name="Shape 34"/>
          <p:cNvSpPr/>
          <p:nvPr/>
        </p:nvSpPr>
        <p:spPr>
          <a:xfrm>
            <a:off x="11729744" y="4495800"/>
            <a:ext cx="0" cy="7429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7715057" y="5233988"/>
            <a:ext cx="401945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719819" y="4495800"/>
            <a:ext cx="0" cy="7429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857929" y="4610100"/>
            <a:ext cx="373370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{{p3_title}}</a:t>
            </a:r>
            <a:endParaRPr lang="en-US" sz="1150"/>
          </a:p>
        </p:txBody>
      </p:sp>
      <p:sp>
        <p:nvSpPr>
          <p:cNvPr id="41" name="Text 38"/>
          <p:cNvSpPr/>
          <p:nvPr/>
        </p:nvSpPr>
        <p:spPr>
          <a:xfrm>
            <a:off x="7857929" y="4781550"/>
            <a:ext cx="3733707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{{p3_text}}</a:t>
            </a:r>
            <a:endParaRPr lang="en-US" sz="1000"/>
          </a:p>
        </p:txBody>
      </p:sp>
      <p:sp>
        <p:nvSpPr>
          <p:cNvPr id="42" name="Shape 39"/>
          <p:cNvSpPr/>
          <p:nvPr/>
        </p:nvSpPr>
        <p:spPr>
          <a:xfrm>
            <a:off x="7715057" y="5391150"/>
            <a:ext cx="4019450" cy="666750"/>
          </a:xfrm>
          <a:prstGeom prst="rect">
            <a:avLst/>
          </a:prstGeom>
          <a:solidFill>
            <a:srgbClr val="003B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867453" y="5514975"/>
            <a:ext cx="37146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48D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{{s2_next_label}}</a:t>
            </a:r>
            <a:endParaRPr lang="en-US" sz="1050"/>
          </a:p>
        </p:txBody>
      </p:sp>
      <p:sp>
        <p:nvSpPr>
          <p:cNvPr id="44" name="Text 41"/>
          <p:cNvSpPr/>
          <p:nvPr/>
        </p:nvSpPr>
        <p:spPr>
          <a:xfrm>
            <a:off x="7867453" y="5667375"/>
            <a:ext cx="3714657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{{s2_next}}</a:t>
            </a:r>
            <a:endParaRPr lang="en-US" sz="1000"/>
          </a:p>
        </p:txBody>
      </p:sp>
      <p:sp>
        <p:nvSpPr>
          <p:cNvPr id="45" name="Text 42"/>
          <p:cNvSpPr/>
          <p:nvPr/>
        </p:nvSpPr>
        <p:spPr>
          <a:xfrm>
            <a:off x="11674382" y="6629400"/>
            <a:ext cx="601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50"/>
          </a:p>
        </p:txBody>
      </p:sp>
      <p:pic>
        <p:nvPicPr>
          <p:cNvPr id="46" name="PKFOD Logo" descr="Logo&#10;&#10;Description automatically generated">
            <a:extLst>
              <a:ext uri="{FF2B5EF4-FFF2-40B4-BE49-F238E27FC236}">
                <a16:creationId xmlns:a16="http://schemas.microsoft.com/office/drawing/2014/main" id="{C0CDE556-64A4-8A11-7D1B-E5AA5F950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2039" y="206314"/>
            <a:ext cx="1547581" cy="690168"/>
          </a:xfrm>
          <a:prstGeom prst="rect">
            <a:avLst/>
          </a:prstGeom>
        </p:spPr>
      </p:pic>
      <p:sp>
        <p:nvSpPr>
          <p:cNvPr id="2" name="Row 1 Last Month">
            <a:extLst>
              <a:ext uri="{FF2B5EF4-FFF2-40B4-BE49-F238E27FC236}">
                <a16:creationId xmlns:a16="http://schemas.microsoft.com/office/drawing/2014/main" id="{98948810-F7E6-42BB-91E9-7327898D5D6A}"/>
              </a:ext>
            </a:extLst>
          </p:cNvPr>
          <p:cNvSpPr/>
          <p:nvPr/>
        </p:nvSpPr>
        <p:spPr>
          <a:xfrm>
            <a:off x="1905000" y="3655060"/>
            <a:ext cx="{{r0_lm_w}}" cy="101600"/>
          </a:xfrm>
          <a:prstGeom prst="rect">
            <a:avLst/>
          </a:prstGeom>
          <a:solidFill>
            <a:srgbClr val="A8C6E5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sz="1400"/>
          </a:p>
        </p:txBody>
      </p:sp>
      <p:sp>
        <p:nvSpPr>
          <p:cNvPr id="47" name="Row 1 Last Month Label">
            <a:extLst>
              <a:ext uri="{FF2B5EF4-FFF2-40B4-BE49-F238E27FC236}">
                <a16:creationId xmlns:a16="http://schemas.microsoft.com/office/drawing/2014/main" id="{A932448B-E704-4C6A-90E5-30BC50E9C6AC}"/>
              </a:ext>
            </a:extLst>
          </p:cNvPr>
          <p:cNvSpPr txBox="1"/>
          <p:nvPr/>
        </p:nvSpPr>
        <p:spPr>
          <a:xfrm>
            <a:off x="{{r0_lm_x}}" y="3629660"/>
            <a:ext cx="381000" cy="152400"/>
          </a:xfrm>
          <a:prstGeom prst="rect">
            <a:avLst/>
          </a:prstGeom>
          <a:noFill/>
        </p:spPr>
        <p:txBody>
          <a:bodyPr vertOverflow="overflow" vert="horz" wrap="none" lIns="0" tIns="9144" rIns="0" bIns="9144" rtlCol="0" anchor="t">
            <a:noAutofit/>
          </a:bodyPr>
          <a:lstStyle/>
          <a:p>
            <a:pPr algn="l"/>
            <a:r>
              <a:rPr lang="en-US" sz="900">
                <a:solidFill>
                  <a:srgbClr val="52606D"/>
                </a:solidFill>
                <a:latin typeface="Arial"/>
                <a:cs typeface="Arial"/>
              </a:rPr>
              <a:t>{{r0_lm}}</a:t>
            </a:r>
          </a:p>
        </p:txBody>
      </p:sp>
      <p:sp>
        <p:nvSpPr>
          <p:cNvPr id="48" name="Row 2 Last Month">
            <a:extLst>
              <a:ext uri="{FF2B5EF4-FFF2-40B4-BE49-F238E27FC236}">
                <a16:creationId xmlns:a16="http://schemas.microsoft.com/office/drawing/2014/main" id="{2C3F8276-3378-448E-8704-D370A16A9ED3}"/>
              </a:ext>
            </a:extLst>
          </p:cNvPr>
          <p:cNvSpPr/>
          <p:nvPr/>
        </p:nvSpPr>
        <p:spPr>
          <a:xfrm>
            <a:off x="1905000" y="4168140"/>
            <a:ext cx="{{r1_lm_w}}" cy="101600"/>
          </a:xfrm>
          <a:prstGeom prst="rect">
            <a:avLst/>
          </a:prstGeom>
          <a:solidFill>
            <a:srgbClr val="FBC39B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sz="1400"/>
          </a:p>
        </p:txBody>
      </p:sp>
      <p:sp>
        <p:nvSpPr>
          <p:cNvPr id="49" name="Row 2 Last Month Label">
            <a:extLst>
              <a:ext uri="{FF2B5EF4-FFF2-40B4-BE49-F238E27FC236}">
                <a16:creationId xmlns:a16="http://schemas.microsoft.com/office/drawing/2014/main" id="{3E2D67E8-0D1E-46CA-B089-974B3ED4326D}"/>
              </a:ext>
            </a:extLst>
          </p:cNvPr>
          <p:cNvSpPr txBox="1"/>
          <p:nvPr/>
        </p:nvSpPr>
        <p:spPr>
          <a:xfrm>
            <a:off x="{{r1_lm_x}}" y="4142740"/>
            <a:ext cx="381000" cy="152400"/>
          </a:xfrm>
          <a:prstGeom prst="rect">
            <a:avLst/>
          </a:prstGeom>
          <a:noFill/>
        </p:spPr>
        <p:txBody>
          <a:bodyPr vertOverflow="overflow" vert="horz" wrap="none" lIns="0" tIns="9144" rIns="0" bIns="9144" rtlCol="0" anchor="t">
            <a:noAutofit/>
          </a:bodyPr>
          <a:lstStyle/>
          <a:p>
            <a:pPr algn="l"/>
            <a:r>
              <a:rPr lang="en-US" sz="900">
                <a:solidFill>
                  <a:srgbClr val="52606D"/>
                </a:solidFill>
                <a:latin typeface="Arial"/>
                <a:cs typeface="Arial"/>
              </a:rPr>
              <a:t>{{r1_lm}}</a:t>
            </a:r>
          </a:p>
        </p:txBody>
      </p:sp>
      <p:sp>
        <p:nvSpPr>
          <p:cNvPr id="50" name="Row 3 Last Month">
            <a:extLst>
              <a:ext uri="{FF2B5EF4-FFF2-40B4-BE49-F238E27FC236}">
                <a16:creationId xmlns:a16="http://schemas.microsoft.com/office/drawing/2014/main" id="{1290CE30-275E-44B2-8A79-591892545162}"/>
              </a:ext>
            </a:extLst>
          </p:cNvPr>
          <p:cNvSpPr/>
          <p:nvPr/>
        </p:nvSpPr>
        <p:spPr>
          <a:xfrm>
            <a:off x="1905000" y="4678680"/>
            <a:ext cx="{{r2_lm_w}}" cy="101600"/>
          </a:xfrm>
          <a:prstGeom prst="rect">
            <a:avLst/>
          </a:prstGeom>
          <a:solidFill>
            <a:srgbClr val="BFA4D3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sz="1400"/>
          </a:p>
        </p:txBody>
      </p:sp>
      <p:sp>
        <p:nvSpPr>
          <p:cNvPr id="51" name="Row 3 Last Month Label">
            <a:extLst>
              <a:ext uri="{FF2B5EF4-FFF2-40B4-BE49-F238E27FC236}">
                <a16:creationId xmlns:a16="http://schemas.microsoft.com/office/drawing/2014/main" id="{FB4F70F2-795C-4396-9B53-D0C480BA54C4}"/>
              </a:ext>
            </a:extLst>
          </p:cNvPr>
          <p:cNvSpPr txBox="1"/>
          <p:nvPr/>
        </p:nvSpPr>
        <p:spPr>
          <a:xfrm>
            <a:off x="{{r2_lm_x}}" y="4653280"/>
            <a:ext cx="381000" cy="152400"/>
          </a:xfrm>
          <a:prstGeom prst="rect">
            <a:avLst/>
          </a:prstGeom>
          <a:noFill/>
        </p:spPr>
        <p:txBody>
          <a:bodyPr vertOverflow="overflow" vert="horz" wrap="none" lIns="0" tIns="9144" rIns="0" bIns="9144" rtlCol="0" anchor="t">
            <a:noAutofit/>
          </a:bodyPr>
          <a:lstStyle/>
          <a:p>
            <a:pPr algn="l"/>
            <a:r>
              <a:rPr lang="en-US" sz="900">
                <a:solidFill>
                  <a:srgbClr val="52606D"/>
                </a:solidFill>
                <a:latin typeface="Arial"/>
                <a:cs typeface="Arial"/>
              </a:rPr>
              <a:t>{{r2_lm}}</a:t>
            </a:r>
          </a:p>
        </p:txBody>
      </p:sp>
      <p:sp>
        <p:nvSpPr>
          <p:cNvPr id="52" name="Row 4 Last Month">
            <a:extLst>
              <a:ext uri="{FF2B5EF4-FFF2-40B4-BE49-F238E27FC236}">
                <a16:creationId xmlns:a16="http://schemas.microsoft.com/office/drawing/2014/main" id="{8D07D47E-2800-438F-9E69-4E44910B8C92}"/>
              </a:ext>
            </a:extLst>
          </p:cNvPr>
          <p:cNvSpPr/>
          <p:nvPr/>
        </p:nvSpPr>
        <p:spPr>
          <a:xfrm>
            <a:off x="1905000" y="5190490"/>
            <a:ext cx="{{r3_lm_w}}" cy="101600"/>
          </a:xfrm>
          <a:prstGeom prst="rect">
            <a:avLst/>
          </a:prstGeom>
          <a:solidFill>
            <a:srgbClr val="9BD9C3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sz="1400"/>
          </a:p>
        </p:txBody>
      </p:sp>
      <p:sp>
        <p:nvSpPr>
          <p:cNvPr id="53" name="Row 4 Last Month Label">
            <a:extLst>
              <a:ext uri="{FF2B5EF4-FFF2-40B4-BE49-F238E27FC236}">
                <a16:creationId xmlns:a16="http://schemas.microsoft.com/office/drawing/2014/main" id="{714A2A29-5432-4C5D-BBA2-F4B403EDD9D3}"/>
              </a:ext>
            </a:extLst>
          </p:cNvPr>
          <p:cNvSpPr txBox="1"/>
          <p:nvPr/>
        </p:nvSpPr>
        <p:spPr>
          <a:xfrm>
            <a:off x="{{r3_lm_x}}" y="5165090"/>
            <a:ext cx="381000" cy="152400"/>
          </a:xfrm>
          <a:prstGeom prst="rect">
            <a:avLst/>
          </a:prstGeom>
          <a:noFill/>
        </p:spPr>
        <p:txBody>
          <a:bodyPr vertOverflow="overflow" vert="horz" wrap="none" lIns="0" tIns="9144" rIns="0" bIns="9144" rtlCol="0" anchor="t">
            <a:noAutofit/>
          </a:bodyPr>
          <a:lstStyle/>
          <a:p>
            <a:pPr algn="l"/>
            <a:r>
              <a:rPr lang="en-US" sz="900">
                <a:solidFill>
                  <a:srgbClr val="52606D"/>
                </a:solidFill>
                <a:latin typeface="Arial"/>
                <a:cs typeface="Arial"/>
              </a:rPr>
              <a:t>{{r3_lm}}</a:t>
            </a:r>
          </a:p>
        </p:txBody>
      </p:sp>
      <p:sp>
        <p:nvSpPr>
          <p:cNvPr id="56" name="Row 1 Current">
            <a:extLst>
              <a:ext uri="{FF2B5EF4-FFF2-40B4-BE49-F238E27FC236}">
                <a16:creationId xmlns:a16="http://schemas.microsoft.com/office/drawing/2014/main" id="{297859D3-F7F8-4A89-93B2-87A4F8CA13B2}"/>
              </a:ext>
            </a:extLst>
          </p:cNvPr>
          <p:cNvSpPr/>
          <p:nvPr/>
        </p:nvSpPr>
        <p:spPr>
          <a:xfrm>
            <a:off x="1905000" y="3429000"/>
            <a:ext cx="{{r0_cur_w}}" cy="209550"/>
          </a:xfrm>
          <a:prstGeom prst="rect">
            <a:avLst/>
          </a:prstGeom>
          <a:solidFill>
            <a:srgbClr val="2066B5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sz="1400"/>
          </a:p>
        </p:txBody>
      </p:sp>
      <p:sp>
        <p:nvSpPr>
          <p:cNvPr id="57" name="Row 2 Current">
            <a:extLst>
              <a:ext uri="{FF2B5EF4-FFF2-40B4-BE49-F238E27FC236}">
                <a16:creationId xmlns:a16="http://schemas.microsoft.com/office/drawing/2014/main" id="{199A5A83-A2DB-46D0-BD33-702E182DBA26}"/>
              </a:ext>
            </a:extLst>
          </p:cNvPr>
          <p:cNvSpPr/>
          <p:nvPr/>
        </p:nvSpPr>
        <p:spPr>
          <a:xfrm>
            <a:off x="1905000" y="3942079"/>
            <a:ext cx="{{r1_cur_w}}" cy="209550"/>
          </a:xfrm>
          <a:prstGeom prst="rect">
            <a:avLst/>
          </a:prstGeom>
          <a:solidFill>
            <a:srgbClr val="F96F1D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sz="1400"/>
          </a:p>
        </p:txBody>
      </p:sp>
      <p:sp>
        <p:nvSpPr>
          <p:cNvPr id="58" name="Row 3 Current">
            <a:extLst>
              <a:ext uri="{FF2B5EF4-FFF2-40B4-BE49-F238E27FC236}">
                <a16:creationId xmlns:a16="http://schemas.microsoft.com/office/drawing/2014/main" id="{314AD466-4B63-4710-968E-9A4ED7B3AB95}"/>
              </a:ext>
            </a:extLst>
          </p:cNvPr>
          <p:cNvSpPr/>
          <p:nvPr/>
        </p:nvSpPr>
        <p:spPr>
          <a:xfrm>
            <a:off x="1905000" y="4453890"/>
            <a:ext cx="{{r2_cur_w}}" cy="209550"/>
          </a:xfrm>
          <a:prstGeom prst="rect">
            <a:avLst/>
          </a:prstGeom>
          <a:solidFill>
            <a:srgbClr val="7030A0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sz="1400"/>
          </a:p>
        </p:txBody>
      </p:sp>
      <p:sp>
        <p:nvSpPr>
          <p:cNvPr id="59" name="Row 4 Current">
            <a:extLst>
              <a:ext uri="{FF2B5EF4-FFF2-40B4-BE49-F238E27FC236}">
                <a16:creationId xmlns:a16="http://schemas.microsoft.com/office/drawing/2014/main" id="{F6D87F95-69A9-469B-A90A-18D9345FF8F5}"/>
              </a:ext>
            </a:extLst>
          </p:cNvPr>
          <p:cNvSpPr/>
          <p:nvPr/>
        </p:nvSpPr>
        <p:spPr>
          <a:xfrm>
            <a:off x="1905000" y="4965700"/>
            <a:ext cx="{{r3_cur_w}}" cy="209550"/>
          </a:xfrm>
          <a:prstGeom prst="rect">
            <a:avLst/>
          </a:prstGeom>
          <a:solidFill>
            <a:srgbClr val="23AE7C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sz="1400"/>
          </a:p>
        </p:txBody>
      </p:sp>
      <p:sp>
        <p:nvSpPr>
          <p:cNvPr id="64" name="Progress Key - Current Swatch">
            <a:extLst>
              <a:ext uri="{FF2B5EF4-FFF2-40B4-BE49-F238E27FC236}">
                <a16:creationId xmlns:a16="http://schemas.microsoft.com/office/drawing/2014/main" id="{7B5795D7-12A3-46AB-B15C-730BC32A0624}"/>
              </a:ext>
            </a:extLst>
          </p:cNvPr>
          <p:cNvSpPr/>
          <p:nvPr/>
        </p:nvSpPr>
        <p:spPr>
          <a:xfrm>
            <a:off x="5143500" y="2781300"/>
            <a:ext cx="152400" cy="88900"/>
          </a:xfrm>
          <a:prstGeom prst="rect">
            <a:avLst/>
          </a:prstGeom>
          <a:solidFill>
            <a:srgbClr val="003262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sz="1400"/>
          </a:p>
        </p:txBody>
      </p:sp>
      <p:sp>
        <p:nvSpPr>
          <p:cNvPr id="65" name="Progress Key - Current Label">
            <a:extLst>
              <a:ext uri="{FF2B5EF4-FFF2-40B4-BE49-F238E27FC236}">
                <a16:creationId xmlns:a16="http://schemas.microsoft.com/office/drawing/2014/main" id="{75EE6BD2-B7EA-44B1-873B-B62DD5564282}"/>
              </a:ext>
            </a:extLst>
          </p:cNvPr>
          <p:cNvSpPr txBox="1"/>
          <p:nvPr/>
        </p:nvSpPr>
        <p:spPr>
          <a:xfrm>
            <a:off x="5359400" y="2724150"/>
            <a:ext cx="609600" cy="203200"/>
          </a:xfrm>
          <a:prstGeom prst="rect">
            <a:avLst/>
          </a:prstGeom>
          <a:noFill/>
        </p:spPr>
        <p:txBody>
          <a:bodyPr vertOverflow="overflow" vert="horz" wrap="square" lIns="0" tIns="9144" rIns="0" bIns="9144" rtlCol="0" anchor="ctr" anchorCtr="0">
            <a:spAutoFit/>
          </a:bodyPr>
          <a:lstStyle/>
          <a:p>
            <a:pPr algn="l"/>
            <a:r>
              <a:rPr lang="en-US" sz="800" b="1">
                <a:solidFill>
                  <a:srgbClr val="FFFFFF"/>
                </a:solidFill>
                <a:latin typeface="Arial"/>
                <a:cs typeface="Arial"/>
              </a:rPr>
              <a:t>Current</a:t>
            </a:r>
          </a:p>
        </p:txBody>
      </p:sp>
      <p:sp>
        <p:nvSpPr>
          <p:cNvPr id="66" name="Progress Key - Last Month Swatch">
            <a:extLst>
              <a:ext uri="{FF2B5EF4-FFF2-40B4-BE49-F238E27FC236}">
                <a16:creationId xmlns:a16="http://schemas.microsoft.com/office/drawing/2014/main" id="{B5BD1AF0-E03E-4054-9EA9-8AF2B742D4A2}"/>
              </a:ext>
            </a:extLst>
          </p:cNvPr>
          <p:cNvSpPr/>
          <p:nvPr/>
        </p:nvSpPr>
        <p:spPr>
          <a:xfrm>
            <a:off x="6070600" y="2781300"/>
            <a:ext cx="152400" cy="88900"/>
          </a:xfrm>
          <a:prstGeom prst="rect">
            <a:avLst/>
          </a:prstGeom>
          <a:solidFill>
            <a:srgbClr val="B9C2CB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sz="1400"/>
          </a:p>
        </p:txBody>
      </p:sp>
      <p:sp>
        <p:nvSpPr>
          <p:cNvPr id="67" name="Progress Key - Last Month Label">
            <a:extLst>
              <a:ext uri="{FF2B5EF4-FFF2-40B4-BE49-F238E27FC236}">
                <a16:creationId xmlns:a16="http://schemas.microsoft.com/office/drawing/2014/main" id="{DE44D25D-23A8-418B-80DB-00D31338B5F1}"/>
              </a:ext>
            </a:extLst>
          </p:cNvPr>
          <p:cNvSpPr txBox="1"/>
          <p:nvPr/>
        </p:nvSpPr>
        <p:spPr>
          <a:xfrm>
            <a:off x="6286500" y="2724150"/>
            <a:ext cx="889000" cy="203200"/>
          </a:xfrm>
          <a:prstGeom prst="rect">
            <a:avLst/>
          </a:prstGeom>
          <a:noFill/>
        </p:spPr>
        <p:txBody>
          <a:bodyPr vertOverflow="overflow" vert="horz" wrap="square" lIns="0" tIns="9144" rIns="0" bIns="9144" rtlCol="0" anchor="ctr" anchorCtr="0">
            <a:spAutoFit/>
          </a:bodyPr>
          <a:lstStyle/>
          <a:p>
            <a:pPr algn="l"/>
            <a:r>
              <a:rPr lang="en-US" sz="800" b="1">
                <a:solidFill>
                  <a:srgbClr val="FFFFFF"/>
                </a:solidFill>
                <a:latin typeface="Arial"/>
                <a:cs typeface="Arial"/>
              </a:rPr>
              <a:t>Last month</a:t>
            </a:r>
          </a:p>
        </p:txBody>
      </p:sp>
    </p:spTree>
    <p:extLst>
      <p:ext uri="{BB962C8B-B14F-4D97-AF65-F5344CB8AC3E}">
        <p14:creationId xmlns:p14="http://schemas.microsoft.com/office/powerpoint/2010/main" val="303867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57189" y="266700"/>
            <a:ext cx="25221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>
                <a:solidFill>
                  <a:srgbClr val="1F64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{{s3_kicker}}</a:t>
            </a:r>
            <a:endParaRPr lang="en-US" sz="1050"/>
          </a:p>
        </p:txBody>
      </p:sp>
      <p:sp>
        <p:nvSpPr>
          <p:cNvPr id="5" name="Text 3"/>
          <p:cNvSpPr/>
          <p:nvPr/>
        </p:nvSpPr>
        <p:spPr>
          <a:xfrm>
            <a:off x="457189" y="485775"/>
            <a:ext cx="98425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10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{{s3_headline}}</a:t>
            </a:r>
            <a:endParaRPr lang="en-US" sz="2100" b="1">
              <a:solidFill>
                <a:srgbClr val="003262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57189" y="981075"/>
            <a:ext cx="110487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>
                <a:solidFill>
                  <a:srgbClr val="5F63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{{s3_sub}}</a:t>
            </a:r>
            <a:endParaRPr lang="en-US" sz="1100">
              <a:solidFill>
                <a:srgbClr val="5F636A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189" y="1304925"/>
            <a:ext cx="11277318" cy="19050"/>
          </a:xfrm>
          <a:prstGeom prst="rect">
            <a:avLst/>
          </a:prstGeom>
          <a:solidFill>
            <a:srgbClr val="CDD4D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04950"/>
            <a:ext cx="36703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533525"/>
            <a:ext cx="3670300" cy="0"/>
          </a:xfrm>
          <a:prstGeom prst="line">
            <a:avLst/>
          </a:prstGeom>
          <a:solidFill>
            <a:srgbClr val="FFFFFF">
              <a:alpha val="0"/>
            </a:srgbClr>
          </a:solidFill>
          <a:ln w="28575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8650" y="1593850"/>
            <a:ext cx="33274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003262"/>
                </a:solidFill>
                <a:latin typeface="Arial"/>
                <a:ea typeface="Helvetica Neue" pitchFamily="34" charset="-122"/>
                <a:cs typeface="Arial"/>
              </a:rPr>
              <a:t>{{s3_name}}</a:t>
            </a:r>
            <a:endParaRPr lang="en-US" sz="1150" b="1">
              <a:solidFill>
                <a:srgbClr val="003262"/>
              </a:solidFill>
              <a:latin typeface="Arial"/>
              <a:cs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8650" y="1771650"/>
            <a:ext cx="3327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003262"/>
                </a:solidFill>
                <a:latin typeface="Arial"/>
                <a:ea typeface="Arial"/>
                <a:cs typeface="Arial"/>
              </a:rPr>
              <a:t>{{s3_range}}</a:t>
            </a:r>
          </a:p>
        </p:txBody>
      </p:sp>
      <p:sp>
        <p:nvSpPr>
          <p:cNvPr id="12" name="Text 10"/>
          <p:cNvSpPr/>
          <p:nvPr/>
        </p:nvSpPr>
        <p:spPr>
          <a:xfrm>
            <a:off x="628650" y="2029460"/>
            <a:ext cx="33274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 anchorCtr="0">
            <a:no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5F636A"/>
                </a:solidFill>
                <a:latin typeface="Arial"/>
                <a:ea typeface="Helvetica Neue" pitchFamily="34" charset="-122"/>
                <a:cs typeface="Arial"/>
              </a:rPr>
              <a:t>{{s3_range_note}}</a:t>
            </a:r>
            <a:endParaRPr lang="en-US" sz="850">
              <a:solidFill>
                <a:srgbClr val="5F636A"/>
              </a:solidFill>
              <a:latin typeface="Arial"/>
              <a:cs typeface="Arial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60850" y="1504950"/>
            <a:ext cx="36703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60850" y="1533525"/>
            <a:ext cx="3670300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C7C9C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32300" y="1657350"/>
            <a:ext cx="3327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5F63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SINCE LAST REPORT</a:t>
            </a:r>
            <a:endParaRPr lang="en-US" sz="900" b="1">
              <a:solidFill>
                <a:srgbClr val="5F636A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32300" y="1816100"/>
            <a:ext cx="3327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{{s3_since}}</a:t>
            </a:r>
            <a:endParaRPr lang="en-US" sz="1050">
              <a:solidFill>
                <a:srgbClr val="00326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32300" y="2152650"/>
            <a:ext cx="332740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00">
              <a:solidFill>
                <a:srgbClr val="5F636A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064500" y="1504950"/>
            <a:ext cx="36703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64500" y="1533525"/>
            <a:ext cx="3670300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5F63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35950" y="1657350"/>
            <a:ext cx="33274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>
                <a:solidFill>
                  <a:srgbClr val="5F63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</a:t>
            </a:r>
            <a:endParaRPr lang="en-US" sz="900" b="1">
              <a:solidFill>
                <a:srgbClr val="5F636A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35950" y="1816100"/>
            <a:ext cx="3327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{{s3_next}}</a:t>
            </a:r>
            <a:endParaRPr lang="en-US" sz="1050">
              <a:solidFill>
                <a:srgbClr val="00326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35950" y="2152650"/>
            <a:ext cx="3327400" cy="125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00">
              <a:solidFill>
                <a:srgbClr val="5F636A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189" y="2590800"/>
            <a:ext cx="3467013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189" y="2609850"/>
            <a:ext cx="3467013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57189" y="2986088"/>
            <a:ext cx="3467013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7D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8634" y="2705100"/>
            <a:ext cx="2159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Workstream Snapshot</a:t>
            </a:r>
            <a:endParaRPr lang="en-US" sz="1350"/>
          </a:p>
        </p:txBody>
      </p:sp>
      <p:graphicFrame>
        <p:nvGraphicFramePr>
          <p:cNvPr id="32" name="Chart 0"/>
          <p:cNvGraphicFramePr/>
          <p:nvPr/>
        </p:nvGraphicFramePr>
        <p:xfrm>
          <a:off x="609585" y="3105150"/>
          <a:ext cx="1857329" cy="171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Text 30"/>
          <p:cNvSpPr/>
          <p:nvPr/>
        </p:nvSpPr>
        <p:spPr>
          <a:xfrm>
            <a:off x="1152496" y="3676650"/>
            <a:ext cx="7810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{{s3_total}}</a:t>
            </a:r>
            <a:endParaRPr lang="en-US" sz="2250"/>
          </a:p>
        </p:txBody>
      </p:sp>
      <p:sp>
        <p:nvSpPr>
          <p:cNvPr id="34" name="Text 31"/>
          <p:cNvSpPr/>
          <p:nvPr/>
        </p:nvSpPr>
        <p:spPr>
          <a:xfrm>
            <a:off x="1152496" y="3962400"/>
            <a:ext cx="7810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>
                <a:solidFill>
                  <a:srgbClr val="5F63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workstreams</a:t>
            </a:r>
            <a:endParaRPr lang="en-US" sz="750"/>
          </a:p>
        </p:txBody>
      </p:sp>
      <p:sp>
        <p:nvSpPr>
          <p:cNvPr id="35" name="Shape 32"/>
          <p:cNvSpPr/>
          <p:nvPr/>
        </p:nvSpPr>
        <p:spPr>
          <a:xfrm>
            <a:off x="2571686" y="3605212"/>
            <a:ext cx="118107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571686" y="3343275"/>
            <a:ext cx="6902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374B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</a:t>
            </a:r>
            <a:endParaRPr lang="en-US" sz="1000"/>
          </a:p>
        </p:txBody>
      </p:sp>
      <p:sp>
        <p:nvSpPr>
          <p:cNvPr id="37" name="Text 34"/>
          <p:cNvSpPr/>
          <p:nvPr/>
        </p:nvSpPr>
        <p:spPr>
          <a:xfrm>
            <a:off x="3657360" y="3314700"/>
            <a:ext cx="953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{{s3_n_completed}}</a:t>
            </a:r>
            <a:endParaRPr lang="en-US" sz="1350"/>
          </a:p>
        </p:txBody>
      </p:sp>
      <p:sp>
        <p:nvSpPr>
          <p:cNvPr id="38" name="Shape 35"/>
          <p:cNvSpPr/>
          <p:nvPr/>
        </p:nvSpPr>
        <p:spPr>
          <a:xfrm>
            <a:off x="2571686" y="3986213"/>
            <a:ext cx="118107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2571686" y="3724275"/>
            <a:ext cx="4220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374B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Active</a:t>
            </a:r>
            <a:endParaRPr lang="en-US" sz="1000"/>
          </a:p>
        </p:txBody>
      </p:sp>
      <p:sp>
        <p:nvSpPr>
          <p:cNvPr id="40" name="Text 37"/>
          <p:cNvSpPr/>
          <p:nvPr/>
        </p:nvSpPr>
        <p:spPr>
          <a:xfrm>
            <a:off x="3657360" y="3695700"/>
            <a:ext cx="953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{{s3_n_active}}</a:t>
            </a:r>
            <a:endParaRPr lang="en-US" sz="1350"/>
          </a:p>
        </p:txBody>
      </p:sp>
      <p:sp>
        <p:nvSpPr>
          <p:cNvPr id="41" name="Shape 38"/>
          <p:cNvSpPr/>
          <p:nvPr/>
        </p:nvSpPr>
        <p:spPr>
          <a:xfrm>
            <a:off x="2571686" y="4367212"/>
            <a:ext cx="118107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2571686" y="4105275"/>
            <a:ext cx="5702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374B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Deferred</a:t>
            </a:r>
            <a:endParaRPr lang="en-US" sz="1000"/>
          </a:p>
        </p:txBody>
      </p:sp>
      <p:sp>
        <p:nvSpPr>
          <p:cNvPr id="43" name="Text 40"/>
          <p:cNvSpPr/>
          <p:nvPr/>
        </p:nvSpPr>
        <p:spPr>
          <a:xfrm>
            <a:off x="3657360" y="4076700"/>
            <a:ext cx="953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{{s3_n_deferred}}</a:t>
            </a:r>
            <a:endParaRPr lang="en-US" sz="1350"/>
          </a:p>
        </p:txBody>
      </p:sp>
      <p:sp>
        <p:nvSpPr>
          <p:cNvPr id="44" name="Shape 41"/>
          <p:cNvSpPr/>
          <p:nvPr/>
        </p:nvSpPr>
        <p:spPr>
          <a:xfrm>
            <a:off x="2571686" y="4748213"/>
            <a:ext cx="118107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E4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2571686" y="4486275"/>
            <a:ext cx="4783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374B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At Risk</a:t>
            </a:r>
            <a:endParaRPr lang="en-US" sz="1000"/>
          </a:p>
        </p:txBody>
      </p:sp>
      <p:sp>
        <p:nvSpPr>
          <p:cNvPr id="46" name="Text 43"/>
          <p:cNvSpPr/>
          <p:nvPr/>
        </p:nvSpPr>
        <p:spPr>
          <a:xfrm>
            <a:off x="3657360" y="4457700"/>
            <a:ext cx="953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{{s3_n_atrisk}}</a:t>
            </a:r>
            <a:endParaRPr lang="en-US" sz="1350"/>
          </a:p>
        </p:txBody>
      </p:sp>
      <p:sp>
        <p:nvSpPr>
          <p:cNvPr id="47" name="Shape 44"/>
          <p:cNvSpPr/>
          <p:nvPr/>
        </p:nvSpPr>
        <p:spPr>
          <a:xfrm>
            <a:off x="4095648" y="2590800"/>
            <a:ext cx="7638859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4095648" y="2609850"/>
            <a:ext cx="7638859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0032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6"/>
          <p:cNvSpPr/>
          <p:nvPr/>
        </p:nvSpPr>
        <p:spPr>
          <a:xfrm>
            <a:off x="4095648" y="2986088"/>
            <a:ext cx="7638859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7DD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4259623" y="2682689"/>
            <a:ext cx="1555800" cy="22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{{s3_gates_title}}</a:t>
            </a:r>
            <a:endParaRPr lang="en-US" sz="1350"/>
          </a:p>
        </p:txBody>
      </p:sp>
      <p:sp>
        <p:nvSpPr>
          <p:cNvPr id="52" name="Shape 48"/>
          <p:cNvSpPr/>
          <p:nvPr/>
        </p:nvSpPr>
        <p:spPr>
          <a:xfrm>
            <a:off x="4267093" y="4600575"/>
            <a:ext cx="7295968" cy="419100"/>
          </a:xfrm>
          <a:prstGeom prst="rect">
            <a:avLst/>
          </a:prstGeom>
          <a:solidFill>
            <a:srgbClr val="E8F0F8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49"/>
          <p:cNvSpPr/>
          <p:nvPr/>
        </p:nvSpPr>
        <p:spPr>
          <a:xfrm>
            <a:off x="4295668" y="4600575"/>
            <a:ext cx="0" cy="41910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0"/>
          <p:cNvSpPr/>
          <p:nvPr/>
        </p:nvSpPr>
        <p:spPr>
          <a:xfrm>
            <a:off x="4457589" y="4752975"/>
            <a:ext cx="129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{{s3_callout_label}}</a:t>
            </a:r>
            <a:endParaRPr lang="en-US" sz="850"/>
          </a:p>
        </p:txBody>
      </p:sp>
      <p:sp>
        <p:nvSpPr>
          <p:cNvPr id="55" name="Text 51"/>
          <p:cNvSpPr/>
          <p:nvPr/>
        </p:nvSpPr>
        <p:spPr>
          <a:xfrm>
            <a:off x="5867400" y="4676775"/>
            <a:ext cx="556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>
                <a:solidFill>
                  <a:srgbClr val="374B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{{s3_callout}}</a:t>
            </a:r>
            <a:endParaRPr lang="en-US" sz="1000"/>
          </a:p>
        </p:txBody>
      </p:sp>
      <p:sp>
        <p:nvSpPr>
          <p:cNvPr id="56" name="Text 52"/>
          <p:cNvSpPr/>
          <p:nvPr/>
        </p:nvSpPr>
        <p:spPr>
          <a:xfrm>
            <a:off x="457200" y="5229225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Workstream Status</a:t>
            </a:r>
            <a:endParaRPr lang="en-US" sz="1100" b="1"/>
          </a:p>
        </p:txBody>
      </p:sp>
      <p:sp>
        <p:nvSpPr>
          <p:cNvPr id="58" name="Shape 54"/>
          <p:cNvSpPr/>
          <p:nvPr/>
        </p:nvSpPr>
        <p:spPr>
          <a:xfrm>
            <a:off x="457200" y="5486400"/>
            <a:ext cx="832338" cy="1000125"/>
          </a:xfrm>
          <a:prstGeom prst="rect">
            <a:avLst/>
          </a:prstGeom>
          <a:solidFill>
            <a:srgbClr val="{{c0_bg}}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457200" y="5514975"/>
            <a:ext cx="832338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495300" y="5629275"/>
            <a:ext cx="7561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{{c0_l1}}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{{c0_l2}}</a:t>
            </a:r>
            <a:endParaRPr lang="en-US" sz="750"/>
          </a:p>
        </p:txBody>
      </p:sp>
      <p:sp>
        <p:nvSpPr>
          <p:cNvPr id="61" name="Text 57"/>
          <p:cNvSpPr/>
          <p:nvPr/>
        </p:nvSpPr>
        <p:spPr>
          <a:xfrm>
            <a:off x="457200" y="6229350"/>
            <a:ext cx="832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{{c0_vc}}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{{c0_val}}</a:t>
            </a:r>
            <a:endParaRPr lang="en-US" sz="1200" b="1">
              <a:solidFill>
                <a:srgbClr val="{{c0_vc}}"/>
              </a:solidFill>
            </a:endParaRPr>
          </a:p>
        </p:txBody>
      </p:sp>
      <p:sp>
        <p:nvSpPr>
          <p:cNvPr id="62" name="Shape 58"/>
          <p:cNvSpPr/>
          <p:nvPr/>
        </p:nvSpPr>
        <p:spPr>
          <a:xfrm>
            <a:off x="1327638" y="5486400"/>
            <a:ext cx="832338" cy="1000125"/>
          </a:xfrm>
          <a:prstGeom prst="rect">
            <a:avLst/>
          </a:prstGeom>
          <a:solidFill>
            <a:srgbClr val="{{c1_bg}}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1327638" y="5514975"/>
            <a:ext cx="832338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1365738" y="5629275"/>
            <a:ext cx="7561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{{c1_l1}}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{{c1_l2}}</a:t>
            </a:r>
            <a:endParaRPr lang="en-US" sz="750"/>
          </a:p>
        </p:txBody>
      </p:sp>
      <p:sp>
        <p:nvSpPr>
          <p:cNvPr id="65" name="Text 61"/>
          <p:cNvSpPr/>
          <p:nvPr/>
        </p:nvSpPr>
        <p:spPr>
          <a:xfrm>
            <a:off x="1327638" y="6229350"/>
            <a:ext cx="832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{{c1_vc}}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{{c1_val}}</a:t>
            </a:r>
            <a:endParaRPr lang="en-US" sz="1200" b="1">
              <a:solidFill>
                <a:srgbClr val="{{c1_vc}}"/>
              </a:solidFill>
            </a:endParaRPr>
          </a:p>
        </p:txBody>
      </p:sp>
      <p:sp>
        <p:nvSpPr>
          <p:cNvPr id="66" name="Shape 62"/>
          <p:cNvSpPr/>
          <p:nvPr/>
        </p:nvSpPr>
        <p:spPr>
          <a:xfrm>
            <a:off x="2198077" y="5486400"/>
            <a:ext cx="832338" cy="1000125"/>
          </a:xfrm>
          <a:prstGeom prst="rect">
            <a:avLst/>
          </a:prstGeom>
          <a:solidFill>
            <a:srgbClr val="{{c2_bg}}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2198077" y="5514975"/>
            <a:ext cx="832338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4"/>
          <p:cNvSpPr/>
          <p:nvPr/>
        </p:nvSpPr>
        <p:spPr>
          <a:xfrm>
            <a:off x="2236177" y="5629275"/>
            <a:ext cx="7561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{{c2_l1}}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{{c2_l2}}</a:t>
            </a:r>
            <a:endParaRPr lang="en-US" sz="750"/>
          </a:p>
        </p:txBody>
      </p:sp>
      <p:sp>
        <p:nvSpPr>
          <p:cNvPr id="69" name="Text 65"/>
          <p:cNvSpPr/>
          <p:nvPr/>
        </p:nvSpPr>
        <p:spPr>
          <a:xfrm>
            <a:off x="2198077" y="6229350"/>
            <a:ext cx="832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{{c2_vc}}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{{c2_val}}</a:t>
            </a:r>
            <a:endParaRPr lang="en-US" sz="1200" b="1">
              <a:solidFill>
                <a:srgbClr val="{{c2_vc}}"/>
              </a:solidFill>
            </a:endParaRPr>
          </a:p>
        </p:txBody>
      </p:sp>
      <p:sp>
        <p:nvSpPr>
          <p:cNvPr id="70" name="Shape 66"/>
          <p:cNvSpPr/>
          <p:nvPr/>
        </p:nvSpPr>
        <p:spPr>
          <a:xfrm>
            <a:off x="3068515" y="5486400"/>
            <a:ext cx="832338" cy="1000125"/>
          </a:xfrm>
          <a:prstGeom prst="rect">
            <a:avLst/>
          </a:prstGeom>
          <a:solidFill>
            <a:srgbClr val="{{c3_bg}}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3068515" y="5514975"/>
            <a:ext cx="832338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8"/>
          <p:cNvSpPr/>
          <p:nvPr/>
        </p:nvSpPr>
        <p:spPr>
          <a:xfrm>
            <a:off x="3106615" y="5629275"/>
            <a:ext cx="7561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{{c3_l1}}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{{c3_l2}}</a:t>
            </a:r>
            <a:endParaRPr lang="en-US" sz="750"/>
          </a:p>
        </p:txBody>
      </p:sp>
      <p:sp>
        <p:nvSpPr>
          <p:cNvPr id="73" name="Text 69"/>
          <p:cNvSpPr/>
          <p:nvPr/>
        </p:nvSpPr>
        <p:spPr>
          <a:xfrm>
            <a:off x="3068515" y="6229350"/>
            <a:ext cx="832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{{c3_vc}}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{{c3_val}}</a:t>
            </a:r>
            <a:endParaRPr lang="en-US" sz="1200" b="1">
              <a:solidFill>
                <a:srgbClr val="{{c3_vc}}"/>
              </a:solidFill>
            </a:endParaRPr>
          </a:p>
        </p:txBody>
      </p:sp>
      <p:sp>
        <p:nvSpPr>
          <p:cNvPr id="74" name="Shape 70"/>
          <p:cNvSpPr/>
          <p:nvPr/>
        </p:nvSpPr>
        <p:spPr>
          <a:xfrm>
            <a:off x="3938954" y="5486400"/>
            <a:ext cx="832338" cy="1000125"/>
          </a:xfrm>
          <a:prstGeom prst="rect">
            <a:avLst/>
          </a:prstGeom>
          <a:solidFill>
            <a:srgbClr val="{{c4_bg}}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1"/>
          <p:cNvSpPr/>
          <p:nvPr/>
        </p:nvSpPr>
        <p:spPr>
          <a:xfrm>
            <a:off x="3938954" y="5514975"/>
            <a:ext cx="832338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2"/>
          <p:cNvSpPr/>
          <p:nvPr/>
        </p:nvSpPr>
        <p:spPr>
          <a:xfrm>
            <a:off x="3977054" y="5629275"/>
            <a:ext cx="7561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{{c4_l1}}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{{c4_l2}}</a:t>
            </a:r>
            <a:endParaRPr lang="en-US" sz="750"/>
          </a:p>
        </p:txBody>
      </p:sp>
      <p:sp>
        <p:nvSpPr>
          <p:cNvPr id="77" name="Text 73"/>
          <p:cNvSpPr/>
          <p:nvPr/>
        </p:nvSpPr>
        <p:spPr>
          <a:xfrm>
            <a:off x="3938954" y="6229350"/>
            <a:ext cx="832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{{c4_vc}}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{{c4_val}}</a:t>
            </a:r>
            <a:endParaRPr lang="en-US" sz="1200" b="1">
              <a:solidFill>
                <a:srgbClr val="{{c4_vc}}"/>
              </a:solidFill>
            </a:endParaRPr>
          </a:p>
        </p:txBody>
      </p:sp>
      <p:sp>
        <p:nvSpPr>
          <p:cNvPr id="78" name="Shape 74"/>
          <p:cNvSpPr/>
          <p:nvPr/>
        </p:nvSpPr>
        <p:spPr>
          <a:xfrm>
            <a:off x="4809392" y="5486400"/>
            <a:ext cx="832338" cy="1000125"/>
          </a:xfrm>
          <a:prstGeom prst="rect">
            <a:avLst/>
          </a:prstGeom>
          <a:solidFill>
            <a:srgbClr val="{{c5_bg}}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4809392" y="5514975"/>
            <a:ext cx="832338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6"/>
          <p:cNvSpPr/>
          <p:nvPr/>
        </p:nvSpPr>
        <p:spPr>
          <a:xfrm>
            <a:off x="4847492" y="5629275"/>
            <a:ext cx="7561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{{c5_l12}}</a:t>
            </a:r>
            <a:endParaRPr lang="en-US" sz="750"/>
          </a:p>
        </p:txBody>
      </p:sp>
      <p:sp>
        <p:nvSpPr>
          <p:cNvPr id="81" name="Text 77"/>
          <p:cNvSpPr/>
          <p:nvPr/>
        </p:nvSpPr>
        <p:spPr>
          <a:xfrm>
            <a:off x="4809392" y="6229350"/>
            <a:ext cx="832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{{c5_vc}}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{{c5_val}}</a:t>
            </a:r>
            <a:endParaRPr lang="en-US" sz="1200" b="1">
              <a:solidFill>
                <a:srgbClr val="{{c5_vc}}"/>
              </a:solidFill>
            </a:endParaRPr>
          </a:p>
        </p:txBody>
      </p:sp>
      <p:sp>
        <p:nvSpPr>
          <p:cNvPr id="82" name="Shape 78"/>
          <p:cNvSpPr/>
          <p:nvPr/>
        </p:nvSpPr>
        <p:spPr>
          <a:xfrm>
            <a:off x="5679831" y="5486400"/>
            <a:ext cx="832338" cy="1000125"/>
          </a:xfrm>
          <a:prstGeom prst="rect">
            <a:avLst/>
          </a:prstGeom>
          <a:solidFill>
            <a:srgbClr val="{{c6_bg}}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79"/>
          <p:cNvSpPr/>
          <p:nvPr/>
        </p:nvSpPr>
        <p:spPr>
          <a:xfrm>
            <a:off x="5679831" y="5514975"/>
            <a:ext cx="832338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0"/>
          <p:cNvSpPr/>
          <p:nvPr/>
        </p:nvSpPr>
        <p:spPr>
          <a:xfrm>
            <a:off x="5717931" y="5629275"/>
            <a:ext cx="7561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{{c6_l1}}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{{c6_l2}}</a:t>
            </a:r>
            <a:endParaRPr lang="en-US" sz="750"/>
          </a:p>
        </p:txBody>
      </p:sp>
      <p:sp>
        <p:nvSpPr>
          <p:cNvPr id="85" name="Text 81"/>
          <p:cNvSpPr/>
          <p:nvPr/>
        </p:nvSpPr>
        <p:spPr>
          <a:xfrm>
            <a:off x="5679831" y="6229350"/>
            <a:ext cx="832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{{c6_vc}}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{{c6_val}}</a:t>
            </a:r>
            <a:endParaRPr lang="en-US" sz="1200" b="1">
              <a:solidFill>
                <a:srgbClr val="{{c6_vc}}"/>
              </a:solidFill>
            </a:endParaRPr>
          </a:p>
        </p:txBody>
      </p:sp>
      <p:sp>
        <p:nvSpPr>
          <p:cNvPr id="86" name="Shape 82"/>
          <p:cNvSpPr/>
          <p:nvPr/>
        </p:nvSpPr>
        <p:spPr>
          <a:xfrm>
            <a:off x="6550269" y="5486400"/>
            <a:ext cx="832338" cy="1000125"/>
          </a:xfrm>
          <a:prstGeom prst="rect">
            <a:avLst/>
          </a:prstGeom>
          <a:solidFill>
            <a:srgbClr val="{{c7_bg}}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3"/>
          <p:cNvSpPr/>
          <p:nvPr/>
        </p:nvSpPr>
        <p:spPr>
          <a:xfrm>
            <a:off x="6550269" y="5514975"/>
            <a:ext cx="832338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4"/>
          <p:cNvSpPr/>
          <p:nvPr/>
        </p:nvSpPr>
        <p:spPr>
          <a:xfrm>
            <a:off x="6588369" y="5629275"/>
            <a:ext cx="7561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{{c7_l1}}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{{c7_l2}}</a:t>
            </a:r>
            <a:endParaRPr lang="en-US" sz="750"/>
          </a:p>
        </p:txBody>
      </p:sp>
      <p:sp>
        <p:nvSpPr>
          <p:cNvPr id="89" name="Text 85"/>
          <p:cNvSpPr/>
          <p:nvPr/>
        </p:nvSpPr>
        <p:spPr>
          <a:xfrm>
            <a:off x="6550269" y="6229350"/>
            <a:ext cx="832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{{c7_vc}}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{{c7_val}}</a:t>
            </a:r>
            <a:endParaRPr lang="en-US" sz="1200" b="1">
              <a:solidFill>
                <a:srgbClr val="{{c7_vc}}"/>
              </a:solidFill>
            </a:endParaRPr>
          </a:p>
        </p:txBody>
      </p:sp>
      <p:sp>
        <p:nvSpPr>
          <p:cNvPr id="90" name="Shape 86"/>
          <p:cNvSpPr/>
          <p:nvPr/>
        </p:nvSpPr>
        <p:spPr>
          <a:xfrm>
            <a:off x="7420708" y="5486400"/>
            <a:ext cx="832338" cy="1000125"/>
          </a:xfrm>
          <a:prstGeom prst="rect">
            <a:avLst/>
          </a:prstGeom>
          <a:solidFill>
            <a:srgbClr val="{{c8_bg}}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7"/>
          <p:cNvSpPr/>
          <p:nvPr/>
        </p:nvSpPr>
        <p:spPr>
          <a:xfrm>
            <a:off x="7420708" y="5514975"/>
            <a:ext cx="832338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88"/>
          <p:cNvSpPr/>
          <p:nvPr/>
        </p:nvSpPr>
        <p:spPr>
          <a:xfrm>
            <a:off x="7458808" y="5629275"/>
            <a:ext cx="7561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{{c8_l1}}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{{c8_l2}}</a:t>
            </a:r>
            <a:endParaRPr lang="en-US" sz="750"/>
          </a:p>
        </p:txBody>
      </p:sp>
      <p:sp>
        <p:nvSpPr>
          <p:cNvPr id="93" name="Text 89"/>
          <p:cNvSpPr/>
          <p:nvPr/>
        </p:nvSpPr>
        <p:spPr>
          <a:xfrm>
            <a:off x="7420708" y="6229350"/>
            <a:ext cx="832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{{c8_vc}}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{{c8_val}}</a:t>
            </a:r>
            <a:endParaRPr lang="en-US" sz="1200" b="1">
              <a:solidFill>
                <a:srgbClr val="{{c8_vc}}"/>
              </a:solidFill>
            </a:endParaRPr>
          </a:p>
        </p:txBody>
      </p:sp>
      <p:sp>
        <p:nvSpPr>
          <p:cNvPr id="94" name="Shape 90"/>
          <p:cNvSpPr/>
          <p:nvPr/>
        </p:nvSpPr>
        <p:spPr>
          <a:xfrm>
            <a:off x="8291146" y="5486400"/>
            <a:ext cx="832338" cy="1000125"/>
          </a:xfrm>
          <a:prstGeom prst="rect">
            <a:avLst/>
          </a:prstGeom>
          <a:solidFill>
            <a:srgbClr val="{{c9_bg}}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91"/>
          <p:cNvSpPr/>
          <p:nvPr/>
        </p:nvSpPr>
        <p:spPr>
          <a:xfrm>
            <a:off x="8291146" y="5514975"/>
            <a:ext cx="832338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2"/>
          <p:cNvSpPr/>
          <p:nvPr/>
        </p:nvSpPr>
        <p:spPr>
          <a:xfrm>
            <a:off x="8329246" y="5629275"/>
            <a:ext cx="7561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{{c9_l1}}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{{c9_l2}}</a:t>
            </a:r>
            <a:endParaRPr lang="en-US" sz="750"/>
          </a:p>
        </p:txBody>
      </p:sp>
      <p:sp>
        <p:nvSpPr>
          <p:cNvPr id="97" name="Text 93"/>
          <p:cNvSpPr/>
          <p:nvPr/>
        </p:nvSpPr>
        <p:spPr>
          <a:xfrm>
            <a:off x="8291146" y="6229350"/>
            <a:ext cx="832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{{c9_vc}}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{{c9_val}}</a:t>
            </a:r>
            <a:endParaRPr lang="en-US" sz="1200" b="1">
              <a:solidFill>
                <a:srgbClr val="{{c9_vc}}"/>
              </a:solidFill>
            </a:endParaRPr>
          </a:p>
        </p:txBody>
      </p:sp>
      <p:sp>
        <p:nvSpPr>
          <p:cNvPr id="98" name="Shape 94"/>
          <p:cNvSpPr/>
          <p:nvPr/>
        </p:nvSpPr>
        <p:spPr>
          <a:xfrm>
            <a:off x="9161585" y="5486400"/>
            <a:ext cx="832338" cy="1000125"/>
          </a:xfrm>
          <a:prstGeom prst="rect">
            <a:avLst/>
          </a:prstGeom>
          <a:solidFill>
            <a:srgbClr val="{{c10_bg}}"/>
          </a:solidFill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5"/>
          <p:cNvSpPr/>
          <p:nvPr/>
        </p:nvSpPr>
        <p:spPr>
          <a:xfrm>
            <a:off x="9161585" y="5514975"/>
            <a:ext cx="832338" cy="0"/>
          </a:xfrm>
          <a:prstGeom prst="line">
            <a:avLst/>
          </a:prstGeom>
          <a:solidFill>
            <a:srgbClr val="FFFFFF">
              <a:alpha val="0"/>
            </a:srgbClr>
          </a:solidFill>
          <a:ln w="38100">
            <a:solidFill>
              <a:srgbClr val="2066B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6"/>
          <p:cNvSpPr/>
          <p:nvPr/>
        </p:nvSpPr>
        <p:spPr>
          <a:xfrm>
            <a:off x="9199685" y="5629275"/>
            <a:ext cx="756138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{{c10_l1}}</a:t>
            </a:r>
            <a:endParaRPr lang="en-US" sz="750"/>
          </a:p>
          <a:p>
            <a:pPr marL="0" indent="0" algn="ctr">
              <a:buNone/>
            </a:pPr>
            <a:r>
              <a:rPr lang="en-US" sz="750" b="1">
                <a:solidFill>
                  <a:srgbClr val="00326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{{c10_l2}}</a:t>
            </a:r>
            <a:endParaRPr lang="en-US" sz="750"/>
          </a:p>
        </p:txBody>
      </p:sp>
      <p:sp>
        <p:nvSpPr>
          <p:cNvPr id="101" name="Text 97"/>
          <p:cNvSpPr/>
          <p:nvPr/>
        </p:nvSpPr>
        <p:spPr>
          <a:xfrm>
            <a:off x="9161585" y="6229350"/>
            <a:ext cx="8323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{{c10_vc}}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{{c10_val}}</a:t>
            </a:r>
            <a:endParaRPr lang="en-US" sz="1200" b="1">
              <a:solidFill>
                <a:srgbClr val="{{c10_vc}}"/>
              </a:solidFill>
            </a:endParaRPr>
          </a:p>
        </p:txBody>
      </p:sp>
      <p:sp>
        <p:nvSpPr>
          <p:cNvPr id="103" name="Text 99"/>
          <p:cNvSpPr/>
          <p:nvPr/>
        </p:nvSpPr>
        <p:spPr>
          <a:xfrm>
            <a:off x="9544050" y="6629400"/>
            <a:ext cx="21907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sz="800">
                <a:solidFill>
                  <a:srgbClr val="5F636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{{s3_asof}}</a:t>
            </a:r>
            <a:endParaRPr lang="en-US" sz="800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ABDA0A6-F30C-41D0-A55E-7CE41F947079}"/>
              </a:ext>
            </a:extLst>
          </p:cNvPr>
          <p:cNvSpPr/>
          <p:nvPr/>
        </p:nvSpPr>
        <p:spPr>
          <a:xfrm>
            <a:off x="628650" y="2178050"/>
            <a:ext cx="3327400" cy="63500"/>
          </a:xfrm>
          <a:prstGeom prst="rect">
            <a:avLst/>
          </a:prstGeom>
          <a:solidFill>
            <a:srgbClr val="D9DEE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F57E5A4-C26E-4B8C-BAFC-6519A2E03D1B}"/>
              </a:ext>
            </a:extLst>
          </p:cNvPr>
          <p:cNvSpPr/>
          <p:nvPr/>
        </p:nvSpPr>
        <p:spPr>
          <a:xfrm>
            <a:off x="{{s3_bar_tgt_x}}" y="2178050"/>
            <a:ext cx="{{s3_bar_tgt_w}}" cy="63500"/>
          </a:xfrm>
          <a:prstGeom prst="rect">
            <a:avLst/>
          </a:prstGeom>
          <a:solidFill>
            <a:srgbClr val="D7DC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6994A48-7504-47AD-9041-F5F908014C51}"/>
              </a:ext>
            </a:extLst>
          </p:cNvPr>
          <p:cNvSpPr/>
          <p:nvPr/>
        </p:nvSpPr>
        <p:spPr>
          <a:xfrm>
            <a:off x="{{s3_bar_mark_x}}" y="2152650"/>
            <a:ext cx="19050" cy="114300"/>
          </a:xfrm>
          <a:prstGeom prst="rect">
            <a:avLst/>
          </a:prstGeom>
          <a:solidFill>
            <a:srgbClr val="00326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025782-352C-403E-9C81-188783379B40}"/>
              </a:ext>
            </a:extLst>
          </p:cNvPr>
          <p:cNvSpPr/>
          <p:nvPr/>
        </p:nvSpPr>
        <p:spPr>
          <a:xfrm>
            <a:off x="10032023" y="5486400"/>
            <a:ext cx="832338" cy="1000125"/>
          </a:xfrm>
          <a:prstGeom prst="rect">
            <a:avLst/>
          </a:prstGeom>
          <a:solidFill>
            <a:srgbClr val="{{c11_bg}}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1E9794-47D8-4446-A962-ECBF47B8B5B7}"/>
              </a:ext>
            </a:extLst>
          </p:cNvPr>
          <p:cNvSpPr/>
          <p:nvPr/>
        </p:nvSpPr>
        <p:spPr>
          <a:xfrm>
            <a:off x="10032023" y="5486400"/>
            <a:ext cx="832338" cy="57150"/>
          </a:xfrm>
          <a:prstGeom prst="rect">
            <a:avLst/>
          </a:prstGeom>
          <a:solidFill>
            <a:srgbClr val="2066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4251D0-B619-44A1-B7C8-8A4243B68BCD}"/>
              </a:ext>
            </a:extLst>
          </p:cNvPr>
          <p:cNvSpPr txBox="1"/>
          <p:nvPr/>
        </p:nvSpPr>
        <p:spPr>
          <a:xfrm>
            <a:off x="10070123" y="5629275"/>
            <a:ext cx="756138" cy="24378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003262"/>
                </a:solidFill>
                <a:latin typeface="Arial"/>
                <a:cs typeface="Arial"/>
              </a:rPr>
              <a:t>{{c11_l12}}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C8FE63-0314-431F-ACD5-65D94FBF45EF}"/>
              </a:ext>
            </a:extLst>
          </p:cNvPr>
          <p:cNvSpPr txBox="1"/>
          <p:nvPr/>
        </p:nvSpPr>
        <p:spPr>
          <a:xfrm>
            <a:off x="10032023" y="6229350"/>
            <a:ext cx="832338" cy="1714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{{c11_vc}}"/>
                </a:solidFill>
                <a:latin typeface="Arial"/>
                <a:cs typeface="Arial"/>
              </a:rPr>
              <a:t>{{c11_val}}</a:t>
            </a:r>
          </a:p>
        </p:txBody>
      </p:sp>
      <p:graphicFrame>
        <p:nvGraphicFramePr>
          <p:cNvPr id="108" name="Table 107">
            <a:extLst>
              <a:ext uri="{FF2B5EF4-FFF2-40B4-BE49-F238E27FC236}">
                <a16:creationId xmlns:a16="http://schemas.microsoft.com/office/drawing/2014/main" id="{E5F1FD8D-518F-4868-AB2D-58AB4D6177B7}"/>
              </a:ext>
            </a:extLst>
          </p:cNvPr>
          <p:cNvGraphicFramePr>
            <a:graphicFrameLocks noGrp="1"/>
          </p:cNvGraphicFramePr>
          <p:nvPr/>
        </p:nvGraphicFramePr>
        <p:xfrm>
          <a:off x="4267093" y="3095625"/>
          <a:ext cx="7295968" cy="1288732"/>
        </p:xfrm>
        <a:graphic>
          <a:graphicData uri="http://schemas.openxmlformats.org/drawingml/2006/table">
            <a:tbl>
              <a:tblPr/>
              <a:tblGrid>
                <a:gridCol w="1823992">
                  <a:extLst>
                    <a:ext uri="{9D8B030D-6E8A-4147-A177-3AD203B41FA5}">
                      <a16:colId xmlns:a16="http://schemas.microsoft.com/office/drawing/2014/main" val="1816077317"/>
                    </a:ext>
                  </a:extLst>
                </a:gridCol>
                <a:gridCol w="1823992">
                  <a:extLst>
                    <a:ext uri="{9D8B030D-6E8A-4147-A177-3AD203B41FA5}">
                      <a16:colId xmlns:a16="http://schemas.microsoft.com/office/drawing/2014/main" val="2995158961"/>
                    </a:ext>
                  </a:extLst>
                </a:gridCol>
                <a:gridCol w="1823992">
                  <a:extLst>
                    <a:ext uri="{9D8B030D-6E8A-4147-A177-3AD203B41FA5}">
                      <a16:colId xmlns:a16="http://schemas.microsoft.com/office/drawing/2014/main" val="2258817184"/>
                    </a:ext>
                  </a:extLst>
                </a:gridCol>
                <a:gridCol w="1823992">
                  <a:extLst>
                    <a:ext uri="{9D8B030D-6E8A-4147-A177-3AD203B41FA5}">
                      <a16:colId xmlns:a16="http://schemas.microsoft.com/office/drawing/2014/main" val="1128943385"/>
                    </a:ext>
                  </a:extLst>
                </a:gridCol>
              </a:tblGrid>
              <a:tr h="252412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{{g0_0}}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PROGRESS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NEXT GATE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TARGET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1253721010"/>
                  </a:ext>
                </a:extLst>
              </a:tr>
              <a:tr h="252412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{{g1_0}}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>
                          <a:solidFill>
                            <a:srgbClr val="2066B5"/>
                          </a:solidFill>
                          <a:latin typeface="Arial"/>
                          <a:cs typeface="Arial"/>
                        </a:rPr>
                        <a:t>{{g1_1}}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{{g1_2}}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{{g1_3}}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2332173368"/>
                  </a:ext>
                </a:extLst>
              </a:tr>
              <a:tr h="252412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{{g2_0}}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>
                          <a:solidFill>
                            <a:srgbClr val="2066B5"/>
                          </a:solidFill>
                          <a:latin typeface="Arial"/>
                          <a:cs typeface="Arial"/>
                        </a:rPr>
                        <a:t>{{g2_1}}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{{g2_2}}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{{g2_3}}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2385077467"/>
                  </a:ext>
                </a:extLst>
              </a:tr>
              <a:tr h="252412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{{g3_0}}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>
                          <a:solidFill>
                            <a:srgbClr val="2066B5"/>
                          </a:solidFill>
                          <a:latin typeface="Arial"/>
                          <a:cs typeface="Arial"/>
                        </a:rPr>
                        <a:t>{{g3_1}}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{{g3_2}}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{{g3_3}}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680120442"/>
                  </a:ext>
                </a:extLst>
              </a:tr>
              <a:tr h="252412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{{g4_0}}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50" b="1">
                          <a:solidFill>
                            <a:srgbClr val="2066B5"/>
                          </a:solidFill>
                          <a:latin typeface="Arial"/>
                          <a:cs typeface="Arial"/>
                        </a:rPr>
                        <a:t>{{g4_1}}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50" b="0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{{g4_2}}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50" b="1">
                          <a:solidFill>
                            <a:srgbClr val="003262"/>
                          </a:solidFill>
                          <a:latin typeface="Arial"/>
                          <a:cs typeface="Arial"/>
                        </a:rPr>
                        <a:t>{{g4_3}}</a:t>
                      </a:r>
                    </a:p>
                  </a:txBody>
                  <a:tcPr marT="0" marB="0" anchor="ctr">
                    <a:lnL w="0"/>
                    <a:lnR w="0"/>
                    <a:lnT w="0"/>
                    <a:lnB w="0"/>
                    <a:lnTlToBr w="0"/>
                    <a:lnBlToTr w="0"/>
                  </a:tcPr>
                </a:tc>
                <a:extLst>
                  <a:ext uri="{0D108BD9-81ED-4DB2-BD59-A6C34878D82A}">
                    <a16:rowId xmlns:a16="http://schemas.microsoft.com/office/drawing/2014/main" val="3234898277"/>
                  </a:ext>
                </a:extLst>
              </a:tr>
            </a:tbl>
          </a:graphicData>
        </a:graphic>
      </p:graphicFrame>
      <p:pic>
        <p:nvPicPr>
          <p:cNvPr id="109" name="PKFOD Logo" descr="Logo&#10;&#10;Description automatically generated">
            <a:extLst>
              <a:ext uri="{FF2B5EF4-FFF2-40B4-BE49-F238E27FC236}">
                <a16:creationId xmlns:a16="http://schemas.microsoft.com/office/drawing/2014/main" id="{C0CDE556-64A4-8A11-7D1B-E5AA5F950C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2039" y="206314"/>
            <a:ext cx="1547581" cy="690168"/>
          </a:xfrm>
          <a:prstGeom prst="rect">
            <a:avLst/>
          </a:prstGeom>
        </p:spPr>
      </p:pic>
      <p:sp>
        <p:nvSpPr>
          <p:cNvPr id="2" name="Last Month Progress">
            <a:extLst>
              <a:ext uri="{FF2B5EF4-FFF2-40B4-BE49-F238E27FC236}">
                <a16:creationId xmlns:a16="http://schemas.microsoft.com/office/drawing/2014/main" id="{CCE4710C-4959-408B-B20C-5C3DEB6EEA5C}"/>
              </a:ext>
            </a:extLst>
          </p:cNvPr>
          <p:cNvSpPr/>
          <p:nvPr/>
        </p:nvSpPr>
        <p:spPr>
          <a:xfrm>
            <a:off x="628650" y="2377440"/>
            <a:ext cx="{{s3_bar_lm_w}}" cy="38100"/>
          </a:xfrm>
          <a:prstGeom prst="rect">
            <a:avLst/>
          </a:prstGeom>
          <a:solidFill>
            <a:srgbClr val="A8C6E5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en-US" sz="1400"/>
          </a:p>
        </p:txBody>
      </p:sp>
      <p:sp>
        <p:nvSpPr>
          <p:cNvPr id="3" name="Last Month Label">
            <a:extLst>
              <a:ext uri="{FF2B5EF4-FFF2-40B4-BE49-F238E27FC236}">
                <a16:creationId xmlns:a16="http://schemas.microsoft.com/office/drawing/2014/main" id="{660B7216-8C9B-4E15-B36C-EDC1AAA1B851}"/>
              </a:ext>
            </a:extLst>
          </p:cNvPr>
          <p:cNvSpPr txBox="1"/>
          <p:nvPr/>
        </p:nvSpPr>
        <p:spPr>
          <a:xfrm>
            <a:off x="628650" y="2270760"/>
            <a:ext cx="1905000" cy="107950"/>
          </a:xfrm>
          <a:prstGeom prst="rect">
            <a:avLst/>
          </a:prstGeom>
          <a:noFill/>
        </p:spPr>
        <p:txBody>
          <a:bodyPr vertOverflow="overflow" vert="horz" wrap="none" lIns="0" tIns="9144" rIns="0" bIns="9144" rtlCol="0" anchor="ctr" anchorCtr="0">
            <a:noAutofit/>
          </a:bodyPr>
          <a:lstStyle/>
          <a:p>
            <a:pPr algn="l"/>
            <a:r>
              <a:rPr lang="en-US" sz="750" b="1">
                <a:solidFill>
                  <a:srgbClr val="7A8190"/>
                </a:solidFill>
                <a:latin typeface="Arial"/>
                <a:cs typeface="Arial"/>
              </a:rPr>
              <a:t>{{s3_lm_label}}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7022383-0014-4102-B080-7CFFE1A5C081}"/>
              </a:ext>
            </a:extLst>
          </p:cNvPr>
          <p:cNvSpPr/>
          <p:nvPr/>
        </p:nvSpPr>
        <p:spPr>
          <a:xfrm>
            <a:off x="628650" y="2178050"/>
            <a:ext cx="{{s3_bar_cur_w}}" cy="63500"/>
          </a:xfrm>
          <a:prstGeom prst="rect">
            <a:avLst/>
          </a:prstGeom>
          <a:solidFill>
            <a:srgbClr val="2066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0" name="Workstream 13 Background">
            <a:extLst>
              <a:ext uri="{FF2B5EF4-FFF2-40B4-BE49-F238E27FC236}">
                <a16:creationId xmlns:a16="http://schemas.microsoft.com/office/drawing/2014/main" id="{F8025782-352C-403E-9C81-188783379B40}"/>
              </a:ext>
            </a:extLst>
          </p:cNvPr>
          <p:cNvSpPr/>
          <p:nvPr/>
        </p:nvSpPr>
        <p:spPr>
          <a:xfrm>
            <a:off x="10902462" y="5486400"/>
            <a:ext cx="832338" cy="1000125"/>
          </a:xfrm>
          <a:prstGeom prst="rect">
            <a:avLst/>
          </a:prstGeom>
          <a:solidFill>
            <a:srgbClr val="{{c12_bg}}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1" name="Workstream 13 Accent">
            <a:extLst>
              <a:ext uri="{FF2B5EF4-FFF2-40B4-BE49-F238E27FC236}">
                <a16:creationId xmlns:a16="http://schemas.microsoft.com/office/drawing/2014/main" id="{CA1E9794-47D8-4446-A962-ECBF47B8B5B7}"/>
              </a:ext>
            </a:extLst>
          </p:cNvPr>
          <p:cNvSpPr/>
          <p:nvPr/>
        </p:nvSpPr>
        <p:spPr>
          <a:xfrm>
            <a:off x="10902462" y="5486400"/>
            <a:ext cx="832338" cy="57150"/>
          </a:xfrm>
          <a:prstGeom prst="rect">
            <a:avLst/>
          </a:prstGeom>
          <a:solidFill>
            <a:srgbClr val="2066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2" name="Workstream 13 Label">
            <a:extLst>
              <a:ext uri="{FF2B5EF4-FFF2-40B4-BE49-F238E27FC236}">
                <a16:creationId xmlns:a16="http://schemas.microsoft.com/office/drawing/2014/main" id="{FF4251D0-B619-44A1-B7C8-8A4243B68BCD}"/>
              </a:ext>
            </a:extLst>
          </p:cNvPr>
          <p:cNvSpPr txBox="1"/>
          <p:nvPr/>
        </p:nvSpPr>
        <p:spPr>
          <a:xfrm>
            <a:off x="10940562" y="5629275"/>
            <a:ext cx="756138" cy="24378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800" b="1">
                <a:solidFill>
                  <a:srgbClr val="003262"/>
                </a:solidFill>
                <a:latin typeface="Arial"/>
                <a:cs typeface="Arial"/>
              </a:rPr>
              <a:t>{{c12_l1}}</a:t>
            </a:r>
          </a:p>
          <a:p>
            <a:pPr algn="l"/>
            <a:r>
              <a:rPr lang="en-US" sz="800" b="1">
                <a:solidFill>
                  <a:srgbClr val="003262"/>
                </a:solidFill>
                <a:latin typeface="Arial"/>
                <a:cs typeface="Arial"/>
              </a:rPr>
              <a:t>{{c12_l2}}</a:t>
            </a:r>
          </a:p>
        </p:txBody>
      </p:sp>
      <p:sp>
        <p:nvSpPr>
          <p:cNvPr id="113" name="Workstream 13 Value">
            <a:extLst>
              <a:ext uri="{FF2B5EF4-FFF2-40B4-BE49-F238E27FC236}">
                <a16:creationId xmlns:a16="http://schemas.microsoft.com/office/drawing/2014/main" id="{2FC8FE63-0314-431F-ACD5-65D94FBF45EF}"/>
              </a:ext>
            </a:extLst>
          </p:cNvPr>
          <p:cNvSpPr txBox="1"/>
          <p:nvPr/>
        </p:nvSpPr>
        <p:spPr>
          <a:xfrm>
            <a:off x="10902462" y="6229350"/>
            <a:ext cx="832338" cy="17145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{{c12_vc}}"/>
                </a:solidFill>
                <a:latin typeface="Arial"/>
                <a:cs typeface="Arial"/>
              </a:rPr>
              <a:t>{{c12_val}}</a:t>
            </a:r>
          </a:p>
        </p:txBody>
      </p:sp>
    </p:spTree>
    <p:extLst>
      <p:ext uri="{BB962C8B-B14F-4D97-AF65-F5344CB8AC3E}">
        <p14:creationId xmlns:p14="http://schemas.microsoft.com/office/powerpoint/2010/main" val="982217103"/>
      </p:ext>
    </p:extLst>
  </p:cSld>
  <p:clrMapOvr>
    <a:masterClrMapping/>
  </p:clrMapOvr>
</p:sld>
</file>

<file path=ppt/theme/theme1.xml><?xml version="1.0" encoding="utf-8"?>
<a:theme xmlns:a="http://schemas.openxmlformats.org/drawingml/2006/main" name="PKFOD PPT Theme">
  <a:themeElements>
    <a:clrScheme name="PKFOD Color Shceme">
      <a:dk1>
        <a:srgbClr val="003261"/>
      </a:dk1>
      <a:lt1>
        <a:srgbClr val="FFFFFF"/>
      </a:lt1>
      <a:dk2>
        <a:srgbClr val="003262"/>
      </a:dk2>
      <a:lt2>
        <a:srgbClr val="1E63AF"/>
      </a:lt2>
      <a:accent1>
        <a:srgbClr val="00B6C9"/>
      </a:accent1>
      <a:accent2>
        <a:srgbClr val="20AA4D"/>
      </a:accent2>
      <a:accent3>
        <a:srgbClr val="672C8D"/>
      </a:accent3>
      <a:accent4>
        <a:srgbClr val="FFD600"/>
      </a:accent4>
      <a:accent5>
        <a:srgbClr val="F37420"/>
      </a:accent5>
      <a:accent6>
        <a:srgbClr val="E82C2A"/>
      </a:accent6>
      <a:hlink>
        <a:srgbClr val="1E63AF"/>
      </a:hlink>
      <a:folHlink>
        <a:srgbClr val="1E63A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3244F"/>
        </a:solidFill>
        <a:ln>
          <a:noFill/>
        </a:ln>
        <a:effectLst/>
      </a:spPr>
      <a:bodyPr rtlCol="0" anchor="ctr"/>
      <a:lstStyle>
        <a:defPPr algn="ctr">
          <a:defRPr sz="14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9144" rIns="0" bIns="9144" rtlCol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KFOD PPT Theme" id="{7D59AA72-EF63-4705-B3C0-0D4BD7827A95}" vid="{6777736E-9CA0-481A-84AE-63222B2FA920}"/>
    </a:ext>
  </a:extLst>
</a:theme>
</file>

<file path=ppt/theme/theme2.xml><?xml version="1.0" encoding="utf-8"?>
<a:theme xmlns:a="http://schemas.openxmlformats.org/drawingml/2006/main" name="PKFOD PPT Theme">
  <a:themeElements>
    <a:clrScheme name="PKFOD Color Shceme">
      <a:dk1>
        <a:srgbClr val="003261"/>
      </a:dk1>
      <a:lt1>
        <a:srgbClr val="FFFFFF"/>
      </a:lt1>
      <a:dk2>
        <a:srgbClr val="003262"/>
      </a:dk2>
      <a:lt2>
        <a:srgbClr val="1E63AF"/>
      </a:lt2>
      <a:accent1>
        <a:srgbClr val="00B6C9"/>
      </a:accent1>
      <a:accent2>
        <a:srgbClr val="20AA4D"/>
      </a:accent2>
      <a:accent3>
        <a:srgbClr val="672C8D"/>
      </a:accent3>
      <a:accent4>
        <a:srgbClr val="FFD600"/>
      </a:accent4>
      <a:accent5>
        <a:srgbClr val="F37420"/>
      </a:accent5>
      <a:accent6>
        <a:srgbClr val="E82C2A"/>
      </a:accent6>
      <a:hlink>
        <a:srgbClr val="1E63AF"/>
      </a:hlink>
      <a:folHlink>
        <a:srgbClr val="1E63A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3244F"/>
        </a:solidFill>
        <a:ln>
          <a:noFill/>
        </a:ln>
        <a:effectLst/>
      </a:spPr>
      <a:bodyPr rtlCol="0" anchor="ctr"/>
      <a:lstStyle>
        <a:defPPr algn="ctr">
          <a:defRPr sz="1400"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9144" rIns="0" bIns="9144" rtlCol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KFOD PPT Theme" id="{7D59AA72-EF63-4705-B3C0-0D4BD7827A95}" vid="{6777736E-9CA0-481A-84AE-63222B2FA92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F54B981-826C-442A-804D-147531BF4D55}">
  <we:reference id="cba9fc06-6fc9-492e-9525-923870a3b909" version="2.0.0.0" store="EXCatalog" storeType="EXCatalog"/>
  <we:alternateReferences>
    <we:reference id="WA200010215" version="2.0.0.0" store="en-US" storeType="OMEX"/>
  </we:alternateReferences>
  <we:properties>
    <we:property name="bps.codex_control.document_id" value="&quot;6fd782d3-c1bb-4b59-9e4a-2b2f32904d39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3E9A86EFA19E4BA1560A9B1A330A8A" ma:contentTypeVersion="7" ma:contentTypeDescription="Create a new document." ma:contentTypeScope="" ma:versionID="fd344f1aeef92061f3851a3563da631d">
  <xsd:schema xmlns:xsd="http://www.w3.org/2001/XMLSchema" xmlns:xs="http://www.w3.org/2001/XMLSchema" xmlns:p="http://schemas.microsoft.com/office/2006/metadata/properties" xmlns:ns2="b288b97a-f676-4277-8019-41e95541fdf1" targetNamespace="http://schemas.microsoft.com/office/2006/metadata/properties" ma:root="true" ma:fieldsID="7bafa676454d1e7b4bbee51dde800627" ns2:_="">
    <xsd:import namespace="b288b97a-f676-4277-8019-41e95541fdf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88b97a-f676-4277-8019-41e95541fdf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2E4F1A-A19F-4035-BE61-97769435558C}">
  <ds:schemaRefs>
    <ds:schemaRef ds:uri="b288b97a-f676-4277-8019-41e95541fdf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E08AD8F-86B9-494B-B006-6E6AF5AD70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90F345-6DFA-40A1-A93B-A868B774BBB1}">
  <ds:schemaRefs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purl.org/dc/dcmitype/"/>
    <ds:schemaRef ds:uri="b288b97a-f676-4277-8019-41e95541fdf1"/>
    <ds:schemaRef ds:uri="http://purl.org/dc/terms/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PKFOD PPT Theme</Template>
  <TotalTime>0</TotalTime>
  <Words>1083</Words>
  <Application>Microsoft Office PowerPoint</Application>
  <PresentationFormat>Widescreen</PresentationFormat>
  <Paragraphs>361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Courier New</vt:lpstr>
      <vt:lpstr>Helvetica Neue</vt:lpstr>
      <vt:lpstr>Wingdings</vt:lpstr>
      <vt:lpstr>PKFOD PPT Theme</vt:lpstr>
      <vt:lpstr>PKFOD PPT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{{cover_title}}</dc:title>
  <dc:creator>HorizonView</dc:creator>
  <cp:lastModifiedBy>HorizonView</cp:lastModifiedBy>
  <cp:revision>1</cp:revision>
  <dcterms:created xsi:type="dcterms:W3CDTF">2026-07-30T19:09:17Z</dcterms:created>
  <dcterms:modified xsi:type="dcterms:W3CDTF">2026-09-21T19:17:19Z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0x010100883E9A86EFA19E4BA1560A9B1A330A8A</vt:lpwstr>
  </property>
</Properties>
</file>